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91" r:id="rId3"/>
    <p:sldId id="292" r:id="rId4"/>
    <p:sldId id="293" r:id="rId5"/>
    <p:sldId id="265" r:id="rId6"/>
    <p:sldId id="258" r:id="rId7"/>
    <p:sldId id="268" r:id="rId8"/>
    <p:sldId id="269" r:id="rId9"/>
    <p:sldId id="270" r:id="rId10"/>
    <p:sldId id="271" r:id="rId11"/>
    <p:sldId id="259" r:id="rId12"/>
    <p:sldId id="260" r:id="rId13"/>
    <p:sldId id="272" r:id="rId14"/>
    <p:sldId id="273" r:id="rId15"/>
    <p:sldId id="274" r:id="rId16"/>
    <p:sldId id="275" r:id="rId17"/>
    <p:sldId id="261" r:id="rId18"/>
    <p:sldId id="262" r:id="rId19"/>
    <p:sldId id="276" r:id="rId20"/>
    <p:sldId id="277" r:id="rId21"/>
    <p:sldId id="278" r:id="rId22"/>
    <p:sldId id="279" r:id="rId23"/>
    <p:sldId id="280" r:id="rId24"/>
    <p:sldId id="263" r:id="rId25"/>
    <p:sldId id="264" r:id="rId26"/>
    <p:sldId id="281" r:id="rId27"/>
    <p:sldId id="282" r:id="rId28"/>
    <p:sldId id="283" r:id="rId29"/>
    <p:sldId id="284" r:id="rId30"/>
    <p:sldId id="266" r:id="rId31"/>
    <p:sldId id="267" r:id="rId32"/>
    <p:sldId id="285" r:id="rId33"/>
    <p:sldId id="286" r:id="rId34"/>
    <p:sldId id="287" r:id="rId35"/>
    <p:sldId id="288" r:id="rId36"/>
    <p:sldId id="289" r:id="rId37"/>
    <p:sldId id="290" r:id="rId38"/>
    <p:sldId id="294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0231025-CC88-4628-B231-E7D9558A92DD}">
          <p14:sldIdLst>
            <p14:sldId id="256"/>
            <p14:sldId id="291"/>
            <p14:sldId id="292"/>
            <p14:sldId id="293"/>
            <p14:sldId id="265"/>
            <p14:sldId id="258"/>
            <p14:sldId id="268"/>
            <p14:sldId id="269"/>
            <p14:sldId id="270"/>
            <p14:sldId id="271"/>
            <p14:sldId id="259"/>
            <p14:sldId id="260"/>
            <p14:sldId id="272"/>
            <p14:sldId id="273"/>
            <p14:sldId id="274"/>
            <p14:sldId id="275"/>
            <p14:sldId id="261"/>
            <p14:sldId id="262"/>
            <p14:sldId id="276"/>
            <p14:sldId id="277"/>
            <p14:sldId id="278"/>
            <p14:sldId id="279"/>
            <p14:sldId id="280"/>
            <p14:sldId id="263"/>
            <p14:sldId id="264"/>
            <p14:sldId id="281"/>
            <p14:sldId id="282"/>
            <p14:sldId id="283"/>
            <p14:sldId id="284"/>
            <p14:sldId id="266"/>
            <p14:sldId id="267"/>
            <p14:sldId id="285"/>
            <p14:sldId id="286"/>
            <p14:sldId id="287"/>
            <p14:sldId id="288"/>
            <p14:sldId id="289"/>
            <p14:sldId id="290"/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910A32-26F5-4A24-B99E-618391B0BCA1}" v="818" dt="2026-03-27T05:34:04.3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-202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gesh S" userId="6129f0e95a6fb857" providerId="LiveId" clId="{3657D585-5B76-42AE-9F96-21E68B456DA9}"/>
    <pc:docChg chg="undo redo custSel addSld delSld modSld sldOrd addSection delSection modSection">
      <pc:chgData name="Yogesh S" userId="6129f0e95a6fb857" providerId="LiveId" clId="{3657D585-5B76-42AE-9F96-21E68B456DA9}" dt="2026-03-27T05:33:32.718" v="2438" actId="20577"/>
      <pc:docMkLst>
        <pc:docMk/>
      </pc:docMkLst>
      <pc:sldChg chg="delSp modSp mod modTransition setBg modAnim">
        <pc:chgData name="Yogesh S" userId="6129f0e95a6fb857" providerId="LiveId" clId="{3657D585-5B76-42AE-9F96-21E68B456DA9}" dt="2026-03-25T21:14:30.895" v="2250" actId="113"/>
        <pc:sldMkLst>
          <pc:docMk/>
          <pc:sldMk cId="1376937744" sldId="256"/>
        </pc:sldMkLst>
        <pc:spChg chg="mod">
          <ac:chgData name="Yogesh S" userId="6129f0e95a6fb857" providerId="LiveId" clId="{3657D585-5B76-42AE-9F96-21E68B456DA9}" dt="2026-03-25T21:08:34.657" v="2189" actId="1076"/>
          <ac:spMkLst>
            <pc:docMk/>
            <pc:sldMk cId="1376937744" sldId="256"/>
            <ac:spMk id="2" creationId="{CB266D2D-CC32-A4D1-CB07-245C154FACFA}"/>
          </ac:spMkLst>
        </pc:spChg>
        <pc:spChg chg="mod">
          <ac:chgData name="Yogesh S" userId="6129f0e95a6fb857" providerId="LiveId" clId="{3657D585-5B76-42AE-9F96-21E68B456DA9}" dt="2026-03-25T21:14:30.895" v="2250" actId="113"/>
          <ac:spMkLst>
            <pc:docMk/>
            <pc:sldMk cId="1376937744" sldId="256"/>
            <ac:spMk id="3" creationId="{D46BA102-8737-EBBC-6555-C0F28275D83D}"/>
          </ac:spMkLst>
        </pc:spChg>
      </pc:sldChg>
      <pc:sldChg chg="modSp mod ord modNotesTx">
        <pc:chgData name="Yogesh S" userId="6129f0e95a6fb857" providerId="LiveId" clId="{3657D585-5B76-42AE-9F96-21E68B456DA9}" dt="2026-03-27T05:32:04.331" v="2417" actId="20577"/>
        <pc:sldMkLst>
          <pc:docMk/>
          <pc:sldMk cId="3781239352" sldId="258"/>
        </pc:sldMkLst>
        <pc:spChg chg="mod">
          <ac:chgData name="Yogesh S" userId="6129f0e95a6fb857" providerId="LiveId" clId="{3657D585-5B76-42AE-9F96-21E68B456DA9}" dt="2026-03-26T13:03:50.114" v="2375" actId="1076"/>
          <ac:spMkLst>
            <pc:docMk/>
            <pc:sldMk cId="3781239352" sldId="258"/>
            <ac:spMk id="35" creationId="{7C4F19F7-08BF-1647-C06C-E85E62041C26}"/>
          </ac:spMkLst>
        </pc:spChg>
        <pc:grpChg chg="mod">
          <ac:chgData name="Yogesh S" userId="6129f0e95a6fb857" providerId="LiveId" clId="{3657D585-5B76-42AE-9F96-21E68B456DA9}" dt="2026-03-25T17:53:01.795" v="518" actId="1076"/>
          <ac:grpSpMkLst>
            <pc:docMk/>
            <pc:sldMk cId="3781239352" sldId="258"/>
            <ac:grpSpMk id="42" creationId="{A44A9975-55A2-53AD-2002-029A9320A09C}"/>
          </ac:grpSpMkLst>
        </pc:grpChg>
      </pc:sldChg>
      <pc:sldChg chg="modSp add mod ord setBg">
        <pc:chgData name="Yogesh S" userId="6129f0e95a6fb857" providerId="LiveId" clId="{3657D585-5B76-42AE-9F96-21E68B456DA9}" dt="2026-03-25T06:01:47.942" v="197"/>
        <pc:sldMkLst>
          <pc:docMk/>
          <pc:sldMk cId="2602795783" sldId="259"/>
        </pc:sldMkLst>
        <pc:spChg chg="mod">
          <ac:chgData name="Yogesh S" userId="6129f0e95a6fb857" providerId="LiveId" clId="{3657D585-5B76-42AE-9F96-21E68B456DA9}" dt="2026-03-25T05:43:05.230" v="23" actId="207"/>
          <ac:spMkLst>
            <pc:docMk/>
            <pc:sldMk cId="2602795783" sldId="259"/>
            <ac:spMk id="4" creationId="{95F3BE9F-2964-95F2-2902-25A164A9879B}"/>
          </ac:spMkLst>
        </pc:spChg>
        <pc:spChg chg="mod">
          <ac:chgData name="Yogesh S" userId="6129f0e95a6fb857" providerId="LiveId" clId="{3657D585-5B76-42AE-9F96-21E68B456DA9}" dt="2026-03-25T05:43:05.230" v="23" actId="207"/>
          <ac:spMkLst>
            <pc:docMk/>
            <pc:sldMk cId="2602795783" sldId="259"/>
            <ac:spMk id="9" creationId="{3473689B-C3C5-0615-4E62-58D3B82443F2}"/>
          </ac:spMkLst>
        </pc:spChg>
        <pc:spChg chg="mod">
          <ac:chgData name="Yogesh S" userId="6129f0e95a6fb857" providerId="LiveId" clId="{3657D585-5B76-42AE-9F96-21E68B456DA9}" dt="2026-03-25T05:43:21.619" v="27" actId="207"/>
          <ac:spMkLst>
            <pc:docMk/>
            <pc:sldMk cId="2602795783" sldId="259"/>
            <ac:spMk id="13" creationId="{0496B773-0731-F377-280C-D1A5227E55BD}"/>
          </ac:spMkLst>
        </pc:spChg>
        <pc:spChg chg="mod">
          <ac:chgData name="Yogesh S" userId="6129f0e95a6fb857" providerId="LiveId" clId="{3657D585-5B76-42AE-9F96-21E68B456DA9}" dt="2026-03-25T05:43:21.619" v="27" actId="207"/>
          <ac:spMkLst>
            <pc:docMk/>
            <pc:sldMk cId="2602795783" sldId="259"/>
            <ac:spMk id="14" creationId="{E56CFB7D-D84A-F6E4-7F92-CA776A53C45C}"/>
          </ac:spMkLst>
        </pc:spChg>
        <pc:spChg chg="mod">
          <ac:chgData name="Yogesh S" userId="6129f0e95a6fb857" providerId="LiveId" clId="{3657D585-5B76-42AE-9F96-21E68B456DA9}" dt="2026-03-25T05:43:09.447" v="24" actId="207"/>
          <ac:spMkLst>
            <pc:docMk/>
            <pc:sldMk cId="2602795783" sldId="259"/>
            <ac:spMk id="16" creationId="{CF15FBA0-8CBE-749A-7FFD-4CB914795BFD}"/>
          </ac:spMkLst>
        </pc:spChg>
        <pc:spChg chg="mod">
          <ac:chgData name="Yogesh S" userId="6129f0e95a6fb857" providerId="LiveId" clId="{3657D585-5B76-42AE-9F96-21E68B456DA9}" dt="2026-03-25T05:43:09.447" v="24" actId="207"/>
          <ac:spMkLst>
            <pc:docMk/>
            <pc:sldMk cId="2602795783" sldId="259"/>
            <ac:spMk id="17" creationId="{3968541A-5102-E9CE-EDF0-90BC6B51FA1C}"/>
          </ac:spMkLst>
        </pc:spChg>
        <pc:spChg chg="mod">
          <ac:chgData name="Yogesh S" userId="6129f0e95a6fb857" providerId="LiveId" clId="{3657D585-5B76-42AE-9F96-21E68B456DA9}" dt="2026-03-25T05:43:44.911" v="30" actId="207"/>
          <ac:spMkLst>
            <pc:docMk/>
            <pc:sldMk cId="2602795783" sldId="259"/>
            <ac:spMk id="19" creationId="{B09B82A9-C112-0E7F-4B7F-6A16BA2E4534}"/>
          </ac:spMkLst>
        </pc:spChg>
        <pc:spChg chg="mod">
          <ac:chgData name="Yogesh S" userId="6129f0e95a6fb857" providerId="LiveId" clId="{3657D585-5B76-42AE-9F96-21E68B456DA9}" dt="2026-03-25T05:43:44.911" v="30" actId="207"/>
          <ac:spMkLst>
            <pc:docMk/>
            <pc:sldMk cId="2602795783" sldId="259"/>
            <ac:spMk id="20" creationId="{452787C8-023D-A410-A220-B1F2AF1A6D80}"/>
          </ac:spMkLst>
        </pc:spChg>
        <pc:spChg chg="mod">
          <ac:chgData name="Yogesh S" userId="6129f0e95a6fb857" providerId="LiveId" clId="{3657D585-5B76-42AE-9F96-21E68B456DA9}" dt="2026-03-25T05:44:22.204" v="35" actId="1076"/>
          <ac:spMkLst>
            <pc:docMk/>
            <pc:sldMk cId="2602795783" sldId="259"/>
            <ac:spMk id="22" creationId="{578F8641-8ADA-CC10-5B90-D89B489F6CBC}"/>
          </ac:spMkLst>
        </pc:spChg>
        <pc:spChg chg="mod">
          <ac:chgData name="Yogesh S" userId="6129f0e95a6fb857" providerId="LiveId" clId="{3657D585-5B76-42AE-9F96-21E68B456DA9}" dt="2026-03-25T05:43:13.525" v="25" actId="207"/>
          <ac:spMkLst>
            <pc:docMk/>
            <pc:sldMk cId="2602795783" sldId="259"/>
            <ac:spMk id="23" creationId="{E4429721-21FF-6828-72ED-12348C355016}"/>
          </ac:spMkLst>
        </pc:spChg>
        <pc:spChg chg="mod">
          <ac:chgData name="Yogesh S" userId="6129f0e95a6fb857" providerId="LiveId" clId="{3657D585-5B76-42AE-9F96-21E68B456DA9}" dt="2026-03-25T06:01:34.073" v="196"/>
          <ac:spMkLst>
            <pc:docMk/>
            <pc:sldMk cId="2602795783" sldId="259"/>
            <ac:spMk id="25" creationId="{8F6980ED-D137-7833-B68A-6E973EAD302E}"/>
          </ac:spMkLst>
        </pc:spChg>
        <pc:spChg chg="mod">
          <ac:chgData name="Yogesh S" userId="6129f0e95a6fb857" providerId="LiveId" clId="{3657D585-5B76-42AE-9F96-21E68B456DA9}" dt="2026-03-25T05:40:41.583" v="12" actId="20577"/>
          <ac:spMkLst>
            <pc:docMk/>
            <pc:sldMk cId="2602795783" sldId="259"/>
            <ac:spMk id="30" creationId="{98D067DD-F2EE-451F-30EB-08E25A1D0A29}"/>
          </ac:spMkLst>
        </pc:spChg>
        <pc:spChg chg="mod">
          <ac:chgData name="Yogesh S" userId="6129f0e95a6fb857" providerId="LiveId" clId="{3657D585-5B76-42AE-9F96-21E68B456DA9}" dt="2026-03-25T06:01:47.942" v="197"/>
          <ac:spMkLst>
            <pc:docMk/>
            <pc:sldMk cId="2602795783" sldId="259"/>
            <ac:spMk id="31" creationId="{342185A4-D8F5-DB50-BE27-26D9BB9945B3}"/>
          </ac:spMkLst>
        </pc:spChg>
        <pc:grpChg chg="mod">
          <ac:chgData name="Yogesh S" userId="6129f0e95a6fb857" providerId="LiveId" clId="{3657D585-5B76-42AE-9F96-21E68B456DA9}" dt="2026-03-25T05:43:05.230" v="23" actId="207"/>
          <ac:grpSpMkLst>
            <pc:docMk/>
            <pc:sldMk cId="2602795783" sldId="259"/>
            <ac:grpSpMk id="10" creationId="{C4AB293C-7A50-72EF-77E9-D4F08B813855}"/>
          </ac:grpSpMkLst>
        </pc:grpChg>
        <pc:grpChg chg="mod">
          <ac:chgData name="Yogesh S" userId="6129f0e95a6fb857" providerId="LiveId" clId="{3657D585-5B76-42AE-9F96-21E68B456DA9}" dt="2026-03-25T05:44:36.177" v="37" actId="1076"/>
          <ac:grpSpMkLst>
            <pc:docMk/>
            <pc:sldMk cId="2602795783" sldId="259"/>
            <ac:grpSpMk id="12" creationId="{9A051F71-D0DF-BD7A-03C8-6F23488564AB}"/>
          </ac:grpSpMkLst>
        </pc:grpChg>
        <pc:grpChg chg="mod">
          <ac:chgData name="Yogesh S" userId="6129f0e95a6fb857" providerId="LiveId" clId="{3657D585-5B76-42AE-9F96-21E68B456DA9}" dt="2026-03-25T05:43:55.404" v="31" actId="1076"/>
          <ac:grpSpMkLst>
            <pc:docMk/>
            <pc:sldMk cId="2602795783" sldId="259"/>
            <ac:grpSpMk id="15" creationId="{D92535EB-804A-AC99-8C11-DCE76565FFE4}"/>
          </ac:grpSpMkLst>
        </pc:grpChg>
        <pc:grpChg chg="mod ord">
          <ac:chgData name="Yogesh S" userId="6129f0e95a6fb857" providerId="LiveId" clId="{3657D585-5B76-42AE-9F96-21E68B456DA9}" dt="2026-03-25T05:44:54.012" v="40" actId="1076"/>
          <ac:grpSpMkLst>
            <pc:docMk/>
            <pc:sldMk cId="2602795783" sldId="259"/>
            <ac:grpSpMk id="18" creationId="{DDEACFE4-FED9-C8D3-69B5-CAB286D24AEB}"/>
          </ac:grpSpMkLst>
        </pc:grpChg>
        <pc:grpChg chg="mod">
          <ac:chgData name="Yogesh S" userId="6129f0e95a6fb857" providerId="LiveId" clId="{3657D585-5B76-42AE-9F96-21E68B456DA9}" dt="2026-03-25T05:44:28.166" v="36" actId="1076"/>
          <ac:grpSpMkLst>
            <pc:docMk/>
            <pc:sldMk cId="2602795783" sldId="259"/>
            <ac:grpSpMk id="24" creationId="{91152998-A240-37BD-FFAC-7D99B0352F7F}"/>
          </ac:grpSpMkLst>
        </pc:grpChg>
      </pc:sldChg>
      <pc:sldChg chg="addSp delSp modSp add mod modTransition modNotesTx">
        <pc:chgData name="Yogesh S" userId="6129f0e95a6fb857" providerId="LiveId" clId="{3657D585-5B76-42AE-9F96-21E68B456DA9}" dt="2026-03-27T05:33:32.718" v="2438" actId="20577"/>
        <pc:sldMkLst>
          <pc:docMk/>
          <pc:sldMk cId="4078185486" sldId="260"/>
        </pc:sldMkLst>
        <pc:spChg chg="mod">
          <ac:chgData name="Yogesh S" userId="6129f0e95a6fb857" providerId="LiveId" clId="{3657D585-5B76-42AE-9F96-21E68B456DA9}" dt="2026-03-25T05:48:55.049" v="90" actId="207"/>
          <ac:spMkLst>
            <pc:docMk/>
            <pc:sldMk cId="4078185486" sldId="260"/>
            <ac:spMk id="3" creationId="{C802069F-CDAD-23EB-F3C6-F8A8976F4E08}"/>
          </ac:spMkLst>
        </pc:spChg>
        <pc:spChg chg="mod">
          <ac:chgData name="Yogesh S" userId="6129f0e95a6fb857" providerId="LiveId" clId="{3657D585-5B76-42AE-9F96-21E68B456DA9}" dt="2026-03-25T05:48:55.049" v="90" actId="207"/>
          <ac:spMkLst>
            <pc:docMk/>
            <pc:sldMk cId="4078185486" sldId="260"/>
            <ac:spMk id="5" creationId="{A4F589B0-5904-D833-1166-861362567BB2}"/>
          </ac:spMkLst>
        </pc:spChg>
        <pc:spChg chg="add mod">
          <ac:chgData name="Yogesh S" userId="6129f0e95a6fb857" providerId="LiveId" clId="{3657D585-5B76-42AE-9F96-21E68B456DA9}" dt="2026-03-25T06:08:25.616" v="267"/>
          <ac:spMkLst>
            <pc:docMk/>
            <pc:sldMk cId="4078185486" sldId="260"/>
            <ac:spMk id="7" creationId="{6CA93BE9-41EF-5728-C77B-24BD4B45BBE6}"/>
          </ac:spMkLst>
        </pc:spChg>
        <pc:spChg chg="add mod">
          <ac:chgData name="Yogesh S" userId="6129f0e95a6fb857" providerId="LiveId" clId="{3657D585-5B76-42AE-9F96-21E68B456DA9}" dt="2026-03-25T06:08:25.616" v="267"/>
          <ac:spMkLst>
            <pc:docMk/>
            <pc:sldMk cId="4078185486" sldId="260"/>
            <ac:spMk id="8" creationId="{0D1E67C0-076C-3E2B-A663-4CC0A2426DCF}"/>
          </ac:spMkLst>
        </pc:spChg>
        <pc:spChg chg="add mod">
          <ac:chgData name="Yogesh S" userId="6129f0e95a6fb857" providerId="LiveId" clId="{3657D585-5B76-42AE-9F96-21E68B456DA9}" dt="2026-03-25T06:08:25.616" v="267"/>
          <ac:spMkLst>
            <pc:docMk/>
            <pc:sldMk cId="4078185486" sldId="260"/>
            <ac:spMk id="11" creationId="{7FE311CE-EEA7-4FD3-CBF2-454103A52CE1}"/>
          </ac:spMkLst>
        </pc:spChg>
        <pc:spChg chg="mod">
          <ac:chgData name="Yogesh S" userId="6129f0e95a6fb857" providerId="LiveId" clId="{3657D585-5B76-42AE-9F96-21E68B456DA9}" dt="2026-03-25T05:46:26.527" v="55" actId="1076"/>
          <ac:spMkLst>
            <pc:docMk/>
            <pc:sldMk cId="4078185486" sldId="260"/>
            <ac:spMk id="13" creationId="{A7DB23DA-9FB1-A320-68A6-46CDF49E6F05}"/>
          </ac:spMkLst>
        </pc:spChg>
        <pc:spChg chg="add mod">
          <ac:chgData name="Yogesh S" userId="6129f0e95a6fb857" providerId="LiveId" clId="{3657D585-5B76-42AE-9F96-21E68B456DA9}" dt="2026-03-25T06:06:33.289" v="252" actId="1076"/>
          <ac:spMkLst>
            <pc:docMk/>
            <pc:sldMk cId="4078185486" sldId="260"/>
            <ac:spMk id="21" creationId="{9EB92816-F879-D55B-2A4C-88CFD74AE653}"/>
          </ac:spMkLst>
        </pc:spChg>
        <pc:spChg chg="mod">
          <ac:chgData name="Yogesh S" userId="6129f0e95a6fb857" providerId="LiveId" clId="{3657D585-5B76-42AE-9F96-21E68B456DA9}" dt="2026-03-25T06:08:25.616" v="267"/>
          <ac:spMkLst>
            <pc:docMk/>
            <pc:sldMk cId="4078185486" sldId="260"/>
            <ac:spMk id="22" creationId="{FB01229F-62E9-86F3-56F4-83AD42848825}"/>
          </ac:spMkLst>
        </pc:spChg>
        <pc:spChg chg="mod">
          <ac:chgData name="Yogesh S" userId="6129f0e95a6fb857" providerId="LiveId" clId="{3657D585-5B76-42AE-9F96-21E68B456DA9}" dt="2026-03-25T06:08:25.616" v="267"/>
          <ac:spMkLst>
            <pc:docMk/>
            <pc:sldMk cId="4078185486" sldId="260"/>
            <ac:spMk id="23" creationId="{2ED645AE-3F59-14F7-F23F-0C1E0E47596D}"/>
          </ac:spMkLst>
        </pc:spChg>
        <pc:spChg chg="mod ord">
          <ac:chgData name="Yogesh S" userId="6129f0e95a6fb857" providerId="LiveId" clId="{3657D585-5B76-42AE-9F96-21E68B456DA9}" dt="2026-03-25T06:08:25.616" v="267"/>
          <ac:spMkLst>
            <pc:docMk/>
            <pc:sldMk cId="4078185486" sldId="260"/>
            <ac:spMk id="25" creationId="{98041F50-CC26-F5C6-3AF1-1213CDABCF44}"/>
          </ac:spMkLst>
        </pc:spChg>
        <pc:spChg chg="add mod">
          <ac:chgData name="Yogesh S" userId="6129f0e95a6fb857" providerId="LiveId" clId="{3657D585-5B76-42AE-9F96-21E68B456DA9}" dt="2026-03-25T06:07:08.098" v="259" actId="1076"/>
          <ac:spMkLst>
            <pc:docMk/>
            <pc:sldMk cId="4078185486" sldId="260"/>
            <ac:spMk id="26" creationId="{30B1A3F5-BF99-883F-84DC-E4FE71018D6B}"/>
          </ac:spMkLst>
        </pc:spChg>
        <pc:spChg chg="add mod">
          <ac:chgData name="Yogesh S" userId="6129f0e95a6fb857" providerId="LiveId" clId="{3657D585-5B76-42AE-9F96-21E68B456DA9}" dt="2026-03-25T06:08:25.616" v="267"/>
          <ac:spMkLst>
            <pc:docMk/>
            <pc:sldMk cId="4078185486" sldId="260"/>
            <ac:spMk id="27" creationId="{B42497E4-EBF7-3F23-68EC-173B6F4EF630}"/>
          </ac:spMkLst>
        </pc:spChg>
        <pc:spChg chg="add mod">
          <ac:chgData name="Yogesh S" userId="6129f0e95a6fb857" providerId="LiveId" clId="{3657D585-5B76-42AE-9F96-21E68B456DA9}" dt="2026-03-25T06:08:25.616" v="267"/>
          <ac:spMkLst>
            <pc:docMk/>
            <pc:sldMk cId="4078185486" sldId="260"/>
            <ac:spMk id="28" creationId="{1DF96B97-A2F3-CE67-E8CA-7EEF2AEEAAF4}"/>
          </ac:spMkLst>
        </pc:spChg>
        <pc:spChg chg="mod ord">
          <ac:chgData name="Yogesh S" userId="6129f0e95a6fb857" providerId="LiveId" clId="{3657D585-5B76-42AE-9F96-21E68B456DA9}" dt="2026-03-25T06:08:25.616" v="267"/>
          <ac:spMkLst>
            <pc:docMk/>
            <pc:sldMk cId="4078185486" sldId="260"/>
            <ac:spMk id="31" creationId="{5B9A6808-8BCF-6C05-3073-5B2D04E24B12}"/>
          </ac:spMkLst>
        </pc:spChg>
        <pc:spChg chg="mod">
          <ac:chgData name="Yogesh S" userId="6129f0e95a6fb857" providerId="LiveId" clId="{3657D585-5B76-42AE-9F96-21E68B456DA9}" dt="2026-03-25T06:08:17.688" v="266"/>
          <ac:spMkLst>
            <pc:docMk/>
            <pc:sldMk cId="4078185486" sldId="260"/>
            <ac:spMk id="32" creationId="{E043BC8E-810C-AE3C-A36F-EB3F9267337A}"/>
          </ac:spMkLst>
        </pc:spChg>
        <pc:spChg chg="mod">
          <ac:chgData name="Yogesh S" userId="6129f0e95a6fb857" providerId="LiveId" clId="{3657D585-5B76-42AE-9F96-21E68B456DA9}" dt="2026-03-25T06:08:25.616" v="267"/>
          <ac:spMkLst>
            <pc:docMk/>
            <pc:sldMk cId="4078185486" sldId="260"/>
            <ac:spMk id="33" creationId="{39CBBB2D-520D-4928-3775-64A18D7934D9}"/>
          </ac:spMkLst>
        </pc:spChg>
        <pc:grpChg chg="add mod">
          <ac:chgData name="Yogesh S" userId="6129f0e95a6fb857" providerId="LiveId" clId="{3657D585-5B76-42AE-9F96-21E68B456DA9}" dt="2026-03-25T17:52:26.878" v="517" actId="1076"/>
          <ac:grpSpMkLst>
            <pc:docMk/>
            <pc:sldMk cId="4078185486" sldId="260"/>
            <ac:grpSpMk id="2" creationId="{1DA5B3B2-21F9-8CC7-AB1C-7A24BCAFF197}"/>
          </ac:grpSpMkLst>
        </pc:grpChg>
        <pc:grpChg chg="add mod">
          <ac:chgData name="Yogesh S" userId="6129f0e95a6fb857" providerId="LiveId" clId="{3657D585-5B76-42AE-9F96-21E68B456DA9}" dt="2026-03-25T06:06:02.588" v="246" actId="1076"/>
          <ac:grpSpMkLst>
            <pc:docMk/>
            <pc:sldMk cId="4078185486" sldId="260"/>
            <ac:grpSpMk id="6" creationId="{46215C1C-701E-802B-AE12-F354B74E059D}"/>
          </ac:grpSpMkLst>
        </pc:grpChg>
        <pc:grpChg chg="mod ord">
          <ac:chgData name="Yogesh S" userId="6129f0e95a6fb857" providerId="LiveId" clId="{3657D585-5B76-42AE-9F96-21E68B456DA9}" dt="2026-03-25T06:06:25.791" v="251" actId="14100"/>
          <ac:grpSpMkLst>
            <pc:docMk/>
            <pc:sldMk cId="4078185486" sldId="260"/>
            <ac:grpSpMk id="12" creationId="{A6F1B87E-03A1-AE9D-1C02-3CFDC686D434}"/>
          </ac:grpSpMkLst>
        </pc:grpChg>
        <pc:grpChg chg="mod">
          <ac:chgData name="Yogesh S" userId="6129f0e95a6fb857" providerId="LiveId" clId="{3657D585-5B76-42AE-9F96-21E68B456DA9}" dt="2026-03-25T06:07:21.645" v="263" actId="14100"/>
          <ac:grpSpMkLst>
            <pc:docMk/>
            <pc:sldMk cId="4078185486" sldId="260"/>
            <ac:grpSpMk id="15" creationId="{6EE37B2B-93A0-7311-711D-0567124622AE}"/>
          </ac:grpSpMkLst>
        </pc:grpChg>
        <pc:grpChg chg="mod ord">
          <ac:chgData name="Yogesh S" userId="6129f0e95a6fb857" providerId="LiveId" clId="{3657D585-5B76-42AE-9F96-21E68B456DA9}" dt="2026-03-25T06:06:06.055" v="247" actId="1076"/>
          <ac:grpSpMkLst>
            <pc:docMk/>
            <pc:sldMk cId="4078185486" sldId="260"/>
            <ac:grpSpMk id="18" creationId="{5FDEA8A3-ED33-CF17-80C5-E8D5582C6705}"/>
          </ac:grpSpMkLst>
        </pc:grpChg>
        <pc:grpChg chg="mod ord">
          <ac:chgData name="Yogesh S" userId="6129f0e95a6fb857" providerId="LiveId" clId="{3657D585-5B76-42AE-9F96-21E68B456DA9}" dt="2026-03-25T05:54:29.976" v="115"/>
          <ac:grpSpMkLst>
            <pc:docMk/>
            <pc:sldMk cId="4078185486" sldId="260"/>
            <ac:grpSpMk id="24" creationId="{6FE48D39-2E46-1005-303D-A8E255CC2C08}"/>
          </ac:grpSpMkLst>
        </pc:grpChg>
      </pc:sldChg>
      <pc:sldChg chg="addSp delSp modSp add mod modTransition setBg">
        <pc:chgData name="Yogesh S" userId="6129f0e95a6fb857" providerId="LiveId" clId="{3657D585-5B76-42AE-9F96-21E68B456DA9}" dt="2026-03-25T17:43:36.983" v="454"/>
        <pc:sldMkLst>
          <pc:docMk/>
          <pc:sldMk cId="3164937015" sldId="261"/>
        </pc:sldMkLst>
        <pc:spChg chg="mod">
          <ac:chgData name="Yogesh S" userId="6129f0e95a6fb857" providerId="LiveId" clId="{3657D585-5B76-42AE-9F96-21E68B456DA9}" dt="2026-03-25T17:40:50.226" v="364" actId="207"/>
          <ac:spMkLst>
            <pc:docMk/>
            <pc:sldMk cId="3164937015" sldId="261"/>
            <ac:spMk id="3" creationId="{33ACDB79-FE20-AD04-BCB1-7BF2F2F908F0}"/>
          </ac:spMkLst>
        </pc:spChg>
        <pc:spChg chg="mod">
          <ac:chgData name="Yogesh S" userId="6129f0e95a6fb857" providerId="LiveId" clId="{3657D585-5B76-42AE-9F96-21E68B456DA9}" dt="2026-03-25T17:40:50.226" v="364" actId="207"/>
          <ac:spMkLst>
            <pc:docMk/>
            <pc:sldMk cId="3164937015" sldId="261"/>
            <ac:spMk id="5" creationId="{A118D001-99CC-01BA-096D-1659FB0314F3}"/>
          </ac:spMkLst>
        </pc:spChg>
        <pc:spChg chg="mod topLvl">
          <ac:chgData name="Yogesh S" userId="6129f0e95a6fb857" providerId="LiveId" clId="{3657D585-5B76-42AE-9F96-21E68B456DA9}" dt="2026-03-25T16:03:14.581" v="276" actId="165"/>
          <ac:spMkLst>
            <pc:docMk/>
            <pc:sldMk cId="3164937015" sldId="261"/>
            <ac:spMk id="7" creationId="{02837BCA-400D-6D09-7E53-419B979E492C}"/>
          </ac:spMkLst>
        </pc:spChg>
        <pc:spChg chg="mod topLvl">
          <ac:chgData name="Yogesh S" userId="6129f0e95a6fb857" providerId="LiveId" clId="{3657D585-5B76-42AE-9F96-21E68B456DA9}" dt="2026-03-25T17:40:55.268" v="366" actId="207"/>
          <ac:spMkLst>
            <pc:docMk/>
            <pc:sldMk cId="3164937015" sldId="261"/>
            <ac:spMk id="8" creationId="{F562B00C-20E1-CE6A-890A-6FFC23D45099}"/>
          </ac:spMkLst>
        </pc:spChg>
        <pc:spChg chg="mod topLvl">
          <ac:chgData name="Yogesh S" userId="6129f0e95a6fb857" providerId="LiveId" clId="{3657D585-5B76-42AE-9F96-21E68B456DA9}" dt="2026-03-25T17:40:50.226" v="364" actId="207"/>
          <ac:spMkLst>
            <pc:docMk/>
            <pc:sldMk cId="3164937015" sldId="261"/>
            <ac:spMk id="11" creationId="{D4CD0164-D844-F982-F9D2-C457F0430EED}"/>
          </ac:spMkLst>
        </pc:spChg>
        <pc:spChg chg="mod ord">
          <ac:chgData name="Yogesh S" userId="6129f0e95a6fb857" providerId="LiveId" clId="{3657D585-5B76-42AE-9F96-21E68B456DA9}" dt="2026-03-25T17:41:52.903" v="379" actId="165"/>
          <ac:spMkLst>
            <pc:docMk/>
            <pc:sldMk cId="3164937015" sldId="261"/>
            <ac:spMk id="13" creationId="{F5381033-6FC3-0780-6E56-BFA15510090A}"/>
          </ac:spMkLst>
        </pc:spChg>
        <pc:spChg chg="mod">
          <ac:chgData name="Yogesh S" userId="6129f0e95a6fb857" providerId="LiveId" clId="{3657D585-5B76-42AE-9F96-21E68B456DA9}" dt="2026-03-25T17:41:52.903" v="379" actId="165"/>
          <ac:spMkLst>
            <pc:docMk/>
            <pc:sldMk cId="3164937015" sldId="261"/>
            <ac:spMk id="14" creationId="{F61B2012-210B-5BBF-E9E1-AF4BD86DF78E}"/>
          </ac:spMkLst>
        </pc:spChg>
        <pc:spChg chg="mod">
          <ac:chgData name="Yogesh S" userId="6129f0e95a6fb857" providerId="LiveId" clId="{3657D585-5B76-42AE-9F96-21E68B456DA9}" dt="2026-03-25T17:41:07.381" v="371" actId="207"/>
          <ac:spMkLst>
            <pc:docMk/>
            <pc:sldMk cId="3164937015" sldId="261"/>
            <ac:spMk id="16" creationId="{55B4EB6C-8B63-FE92-BEF9-CACAF9C7DB3E}"/>
          </ac:spMkLst>
        </pc:spChg>
        <pc:spChg chg="mod">
          <ac:chgData name="Yogesh S" userId="6129f0e95a6fb857" providerId="LiveId" clId="{3657D585-5B76-42AE-9F96-21E68B456DA9}" dt="2026-03-25T17:41:07.381" v="371" actId="207"/>
          <ac:spMkLst>
            <pc:docMk/>
            <pc:sldMk cId="3164937015" sldId="261"/>
            <ac:spMk id="17" creationId="{E47BC148-B4CD-03F3-5DF8-8285BF111722}"/>
          </ac:spMkLst>
        </pc:spChg>
        <pc:spChg chg="mod">
          <ac:chgData name="Yogesh S" userId="6129f0e95a6fb857" providerId="LiveId" clId="{3657D585-5B76-42AE-9F96-21E68B456DA9}" dt="2026-03-25T17:40:55.268" v="366" actId="207"/>
          <ac:spMkLst>
            <pc:docMk/>
            <pc:sldMk cId="3164937015" sldId="261"/>
            <ac:spMk id="19" creationId="{1920E761-F839-CE91-9795-40616311310D}"/>
          </ac:spMkLst>
        </pc:spChg>
        <pc:spChg chg="mod">
          <ac:chgData name="Yogesh S" userId="6129f0e95a6fb857" providerId="LiveId" clId="{3657D585-5B76-42AE-9F96-21E68B456DA9}" dt="2026-03-25T17:40:55.268" v="366" actId="207"/>
          <ac:spMkLst>
            <pc:docMk/>
            <pc:sldMk cId="3164937015" sldId="261"/>
            <ac:spMk id="20" creationId="{73DB4B30-B7FC-D52B-4361-E598F2045316}"/>
          </ac:spMkLst>
        </pc:spChg>
        <pc:spChg chg="mod topLvl">
          <ac:chgData name="Yogesh S" userId="6129f0e95a6fb857" providerId="LiveId" clId="{3657D585-5B76-42AE-9F96-21E68B456DA9}" dt="2026-03-25T17:42:03.991" v="381" actId="164"/>
          <ac:spMkLst>
            <pc:docMk/>
            <pc:sldMk cId="3164937015" sldId="261"/>
            <ac:spMk id="21" creationId="{3F9C4D89-B28F-3443-EF3E-9201DA00811A}"/>
          </ac:spMkLst>
        </pc:spChg>
        <pc:spChg chg="mod ord">
          <ac:chgData name="Yogesh S" userId="6129f0e95a6fb857" providerId="LiveId" clId="{3657D585-5B76-42AE-9F96-21E68B456DA9}" dt="2026-03-25T17:41:34.398" v="375" actId="1076"/>
          <ac:spMkLst>
            <pc:docMk/>
            <pc:sldMk cId="3164937015" sldId="261"/>
            <ac:spMk id="22" creationId="{4F01672F-6235-7B59-0F55-5A5B6F3A164A}"/>
          </ac:spMkLst>
        </pc:spChg>
        <pc:spChg chg="mod">
          <ac:chgData name="Yogesh S" userId="6129f0e95a6fb857" providerId="LiveId" clId="{3657D585-5B76-42AE-9F96-21E68B456DA9}" dt="2026-03-25T17:40:43.859" v="362" actId="207"/>
          <ac:spMkLst>
            <pc:docMk/>
            <pc:sldMk cId="3164937015" sldId="261"/>
            <ac:spMk id="23" creationId="{77DA1F82-8341-5AB5-B69E-0C5591125482}"/>
          </ac:spMkLst>
        </pc:spChg>
        <pc:spChg chg="mod topLvl">
          <ac:chgData name="Yogesh S" userId="6129f0e95a6fb857" providerId="LiveId" clId="{3657D585-5B76-42AE-9F96-21E68B456DA9}" dt="2026-03-25T17:40:43.859" v="362" actId="207"/>
          <ac:spMkLst>
            <pc:docMk/>
            <pc:sldMk cId="3164937015" sldId="261"/>
            <ac:spMk id="25" creationId="{15B56B75-9A9A-2F56-B475-3AE3078D6E44}"/>
          </ac:spMkLst>
        </pc:spChg>
        <pc:spChg chg="mod topLvl">
          <ac:chgData name="Yogesh S" userId="6129f0e95a6fb857" providerId="LiveId" clId="{3657D585-5B76-42AE-9F96-21E68B456DA9}" dt="2026-03-25T17:41:07.381" v="371" actId="207"/>
          <ac:spMkLst>
            <pc:docMk/>
            <pc:sldMk cId="3164937015" sldId="261"/>
            <ac:spMk id="26" creationId="{597932D3-BD7F-EF3E-23FA-E8AF6A4DA655}"/>
          </ac:spMkLst>
        </pc:spChg>
        <pc:spChg chg="mod topLvl">
          <ac:chgData name="Yogesh S" userId="6129f0e95a6fb857" providerId="LiveId" clId="{3657D585-5B76-42AE-9F96-21E68B456DA9}" dt="2026-03-25T17:40:50.226" v="364" actId="207"/>
          <ac:spMkLst>
            <pc:docMk/>
            <pc:sldMk cId="3164937015" sldId="261"/>
            <ac:spMk id="27" creationId="{31018695-DF77-1AE8-403D-D85D5DC01B1B}"/>
          </ac:spMkLst>
        </pc:spChg>
        <pc:spChg chg="mod">
          <ac:chgData name="Yogesh S" userId="6129f0e95a6fb857" providerId="LiveId" clId="{3657D585-5B76-42AE-9F96-21E68B456DA9}" dt="2026-03-25T17:40:55.268" v="366" actId="207"/>
          <ac:spMkLst>
            <pc:docMk/>
            <pc:sldMk cId="3164937015" sldId="261"/>
            <ac:spMk id="28" creationId="{73E561CA-B46B-81DB-FC22-FBD9BC5DBE5A}"/>
          </ac:spMkLst>
        </pc:spChg>
        <pc:spChg chg="mod topLvl">
          <ac:chgData name="Yogesh S" userId="6129f0e95a6fb857" providerId="LiveId" clId="{3657D585-5B76-42AE-9F96-21E68B456DA9}" dt="2026-03-25T17:40:43.859" v="362" actId="207"/>
          <ac:spMkLst>
            <pc:docMk/>
            <pc:sldMk cId="3164937015" sldId="261"/>
            <ac:spMk id="31" creationId="{76EF43CF-E878-0209-340D-3F4E532EEA2C}"/>
          </ac:spMkLst>
        </pc:spChg>
        <pc:spChg chg="mod topLvl">
          <ac:chgData name="Yogesh S" userId="6129f0e95a6fb857" providerId="LiveId" clId="{3657D585-5B76-42AE-9F96-21E68B456DA9}" dt="2026-03-25T17:42:03.991" v="381" actId="164"/>
          <ac:spMkLst>
            <pc:docMk/>
            <pc:sldMk cId="3164937015" sldId="261"/>
            <ac:spMk id="32" creationId="{2400DE87-E1A1-F530-6366-291B8A8A7719}"/>
          </ac:spMkLst>
        </pc:spChg>
        <pc:spChg chg="mod topLvl">
          <ac:chgData name="Yogesh S" userId="6129f0e95a6fb857" providerId="LiveId" clId="{3657D585-5B76-42AE-9F96-21E68B456DA9}" dt="2026-03-25T17:41:07.381" v="371" actId="207"/>
          <ac:spMkLst>
            <pc:docMk/>
            <pc:sldMk cId="3164937015" sldId="261"/>
            <ac:spMk id="33" creationId="{23DE3BE5-4801-AFEE-45CB-57E0DD04B61F}"/>
          </ac:spMkLst>
        </pc:spChg>
        <pc:spChg chg="add mod">
          <ac:chgData name="Yogesh S" userId="6129f0e95a6fb857" providerId="LiveId" clId="{3657D585-5B76-42AE-9F96-21E68B456DA9}" dt="2026-03-25T17:43:26.975" v="453" actId="20577"/>
          <ac:spMkLst>
            <pc:docMk/>
            <pc:sldMk cId="3164937015" sldId="261"/>
            <ac:spMk id="37" creationId="{27A18358-47F5-93C1-EA68-C0D5C8AE784E}"/>
          </ac:spMkLst>
        </pc:spChg>
        <pc:grpChg chg="mod">
          <ac:chgData name="Yogesh S" userId="6129f0e95a6fb857" providerId="LiveId" clId="{3657D585-5B76-42AE-9F96-21E68B456DA9}" dt="2026-03-25T17:40:50.226" v="364" actId="207"/>
          <ac:grpSpMkLst>
            <pc:docMk/>
            <pc:sldMk cId="3164937015" sldId="261"/>
            <ac:grpSpMk id="2" creationId="{2AEF1EFB-96BE-1650-AB9D-D668D2663356}"/>
          </ac:grpSpMkLst>
        </pc:grpChg>
        <pc:grpChg chg="add mod ord">
          <ac:chgData name="Yogesh S" userId="6129f0e95a6fb857" providerId="LiveId" clId="{3657D585-5B76-42AE-9F96-21E68B456DA9}" dt="2026-03-25T17:40:43.859" v="362" actId="207"/>
          <ac:grpSpMkLst>
            <pc:docMk/>
            <pc:sldMk cId="3164937015" sldId="261"/>
            <ac:grpSpMk id="9" creationId="{02EF2838-0F79-DE04-99B1-0D6857C905CF}"/>
          </ac:grpSpMkLst>
        </pc:grpChg>
        <pc:grpChg chg="add mod ord">
          <ac:chgData name="Yogesh S" userId="6129f0e95a6fb857" providerId="LiveId" clId="{3657D585-5B76-42AE-9F96-21E68B456DA9}" dt="2026-03-25T17:41:22.744" v="373" actId="1076"/>
          <ac:grpSpMkLst>
            <pc:docMk/>
            <pc:sldMk cId="3164937015" sldId="261"/>
            <ac:grpSpMk id="10" creationId="{1397E525-1B36-7F87-C8AC-13744652FA13}"/>
          </ac:grpSpMkLst>
        </pc:grpChg>
        <pc:grpChg chg="mod topLvl">
          <ac:chgData name="Yogesh S" userId="6129f0e95a6fb857" providerId="LiveId" clId="{3657D585-5B76-42AE-9F96-21E68B456DA9}" dt="2026-03-25T17:42:03.991" v="381" actId="164"/>
          <ac:grpSpMkLst>
            <pc:docMk/>
            <pc:sldMk cId="3164937015" sldId="261"/>
            <ac:grpSpMk id="12" creationId="{67AC2F9E-A158-F304-53BC-D62E38872040}"/>
          </ac:grpSpMkLst>
        </pc:grpChg>
        <pc:grpChg chg="mod">
          <ac:chgData name="Yogesh S" userId="6129f0e95a6fb857" providerId="LiveId" clId="{3657D585-5B76-42AE-9F96-21E68B456DA9}" dt="2026-03-25T17:41:07.381" v="371" actId="207"/>
          <ac:grpSpMkLst>
            <pc:docMk/>
            <pc:sldMk cId="3164937015" sldId="261"/>
            <ac:grpSpMk id="15" creationId="{A2888B88-060C-49F0-D195-C24DB4BA4E4A}"/>
          </ac:grpSpMkLst>
        </pc:grpChg>
        <pc:grpChg chg="mod">
          <ac:chgData name="Yogesh S" userId="6129f0e95a6fb857" providerId="LiveId" clId="{3657D585-5B76-42AE-9F96-21E68B456DA9}" dt="2026-03-25T17:40:55.268" v="366" actId="207"/>
          <ac:grpSpMkLst>
            <pc:docMk/>
            <pc:sldMk cId="3164937015" sldId="261"/>
            <ac:grpSpMk id="18" creationId="{C2A9F337-A6E1-539C-3B6C-74DBDCC28BE7}"/>
          </ac:grpSpMkLst>
        </pc:grpChg>
        <pc:grpChg chg="mod">
          <ac:chgData name="Yogesh S" userId="6129f0e95a6fb857" providerId="LiveId" clId="{3657D585-5B76-42AE-9F96-21E68B456DA9}" dt="2026-03-25T17:40:43.859" v="362" actId="207"/>
          <ac:grpSpMkLst>
            <pc:docMk/>
            <pc:sldMk cId="3164937015" sldId="261"/>
            <ac:grpSpMk id="24" creationId="{611F33E5-2596-5FEC-26DB-CCA43254FBF9}"/>
          </ac:grpSpMkLst>
        </pc:grpChg>
        <pc:grpChg chg="add mod ord">
          <ac:chgData name="Yogesh S" userId="6129f0e95a6fb857" providerId="LiveId" clId="{3657D585-5B76-42AE-9F96-21E68B456DA9}" dt="2026-03-25T17:41:29.321" v="374" actId="1076"/>
          <ac:grpSpMkLst>
            <pc:docMk/>
            <pc:sldMk cId="3164937015" sldId="261"/>
            <ac:grpSpMk id="29" creationId="{C6E1AE25-409D-7BFB-F87B-95C8575A2657}"/>
          </ac:grpSpMkLst>
        </pc:grpChg>
        <pc:grpChg chg="add mod ord">
          <ac:chgData name="Yogesh S" userId="6129f0e95a6fb857" providerId="LiveId" clId="{3657D585-5B76-42AE-9F96-21E68B456DA9}" dt="2026-03-25T17:42:17.157" v="383" actId="1076"/>
          <ac:grpSpMkLst>
            <pc:docMk/>
            <pc:sldMk cId="3164937015" sldId="261"/>
            <ac:grpSpMk id="34" creationId="{E093AC62-148C-C856-C9C8-A02C239D5B94}"/>
          </ac:grpSpMkLst>
        </pc:grpChg>
        <pc:grpChg chg="add mod">
          <ac:chgData name="Yogesh S" userId="6129f0e95a6fb857" providerId="LiveId" clId="{3657D585-5B76-42AE-9F96-21E68B456DA9}" dt="2026-03-25T17:42:10.276" v="382" actId="1076"/>
          <ac:grpSpMkLst>
            <pc:docMk/>
            <pc:sldMk cId="3164937015" sldId="261"/>
            <ac:grpSpMk id="35" creationId="{8FDC2A50-4A72-F892-37C6-FE6F412DA208}"/>
          </ac:grpSpMkLst>
        </pc:grpChg>
      </pc:sldChg>
      <pc:sldChg chg="modSp add mod modNotesTx">
        <pc:chgData name="Yogesh S" userId="6129f0e95a6fb857" providerId="LiveId" clId="{3657D585-5B76-42AE-9F96-21E68B456DA9}" dt="2026-03-27T05:32:55.813" v="2435" actId="20577"/>
        <pc:sldMkLst>
          <pc:docMk/>
          <pc:sldMk cId="2543313907" sldId="262"/>
        </pc:sldMkLst>
        <pc:grpChg chg="mod">
          <ac:chgData name="Yogesh S" userId="6129f0e95a6fb857" providerId="LiveId" clId="{3657D585-5B76-42AE-9F96-21E68B456DA9}" dt="2026-03-25T17:44:30.414" v="458" actId="1076"/>
          <ac:grpSpMkLst>
            <pc:docMk/>
            <pc:sldMk cId="2543313907" sldId="262"/>
            <ac:grpSpMk id="9" creationId="{42605442-710F-DB72-A080-DB278A30EF10}"/>
          </ac:grpSpMkLst>
        </pc:grpChg>
        <pc:grpChg chg="mod">
          <ac:chgData name="Yogesh S" userId="6129f0e95a6fb857" providerId="LiveId" clId="{3657D585-5B76-42AE-9F96-21E68B456DA9}" dt="2026-03-25T18:08:12.725" v="603" actId="14100"/>
          <ac:grpSpMkLst>
            <pc:docMk/>
            <pc:sldMk cId="2543313907" sldId="262"/>
            <ac:grpSpMk id="29" creationId="{5ED442FE-E1CE-8726-3D30-2595B174B8FD}"/>
          </ac:grpSpMkLst>
        </pc:grpChg>
        <pc:grpChg chg="mod">
          <ac:chgData name="Yogesh S" userId="6129f0e95a6fb857" providerId="LiveId" clId="{3657D585-5B76-42AE-9F96-21E68B456DA9}" dt="2026-03-25T18:08:09.681" v="602" actId="14100"/>
          <ac:grpSpMkLst>
            <pc:docMk/>
            <pc:sldMk cId="2543313907" sldId="262"/>
            <ac:grpSpMk id="30" creationId="{1CD7079A-38FE-D5D0-AF81-47961446A633}"/>
          </ac:grpSpMkLst>
        </pc:grpChg>
      </pc:sldChg>
      <pc:sldChg chg="addSp delSp modSp add mod modTransition setBg">
        <pc:chgData name="Yogesh S" userId="6129f0e95a6fb857" providerId="LiveId" clId="{3657D585-5B76-42AE-9F96-21E68B456DA9}" dt="2026-03-25T17:52:15.368" v="515"/>
        <pc:sldMkLst>
          <pc:docMk/>
          <pc:sldMk cId="1424729502" sldId="263"/>
        </pc:sldMkLst>
        <pc:spChg chg="mod">
          <ac:chgData name="Yogesh S" userId="6129f0e95a6fb857" providerId="LiveId" clId="{3657D585-5B76-42AE-9F96-21E68B456DA9}" dt="2026-03-25T17:51:02.501" v="499" actId="207"/>
          <ac:spMkLst>
            <pc:docMk/>
            <pc:sldMk cId="1424729502" sldId="263"/>
            <ac:spMk id="3" creationId="{CF9994E6-856A-D63E-16F3-D946A5512989}"/>
          </ac:spMkLst>
        </pc:spChg>
        <pc:spChg chg="mod">
          <ac:chgData name="Yogesh S" userId="6129f0e95a6fb857" providerId="LiveId" clId="{3657D585-5B76-42AE-9F96-21E68B456DA9}" dt="2026-03-25T17:51:02.501" v="499" actId="207"/>
          <ac:spMkLst>
            <pc:docMk/>
            <pc:sldMk cId="1424729502" sldId="263"/>
            <ac:spMk id="5" creationId="{F8BD6A18-87E2-3555-579D-C8633D9123CB}"/>
          </ac:spMkLst>
        </pc:spChg>
        <pc:spChg chg="mod">
          <ac:chgData name="Yogesh S" userId="6129f0e95a6fb857" providerId="LiveId" clId="{3657D585-5B76-42AE-9F96-21E68B456DA9}" dt="2026-03-25T17:50:43.549" v="494" actId="207"/>
          <ac:spMkLst>
            <pc:docMk/>
            <pc:sldMk cId="1424729502" sldId="263"/>
            <ac:spMk id="8" creationId="{CA46D971-28B1-4C2C-8840-7AADD5766680}"/>
          </ac:spMkLst>
        </pc:spChg>
        <pc:spChg chg="mod">
          <ac:chgData name="Yogesh S" userId="6129f0e95a6fb857" providerId="LiveId" clId="{3657D585-5B76-42AE-9F96-21E68B456DA9}" dt="2026-03-25T17:51:02.501" v="499" actId="207"/>
          <ac:spMkLst>
            <pc:docMk/>
            <pc:sldMk cId="1424729502" sldId="263"/>
            <ac:spMk id="11" creationId="{1C7FDFCB-9EAD-3D1F-A8FC-D66C712958DD}"/>
          </ac:spMkLst>
        </pc:spChg>
        <pc:spChg chg="mod">
          <ac:chgData name="Yogesh S" userId="6129f0e95a6fb857" providerId="LiveId" clId="{3657D585-5B76-42AE-9F96-21E68B456DA9}" dt="2026-03-25T17:50:47.717" v="495" actId="207"/>
          <ac:spMkLst>
            <pc:docMk/>
            <pc:sldMk cId="1424729502" sldId="263"/>
            <ac:spMk id="13" creationId="{BA19F267-3253-E743-7D6D-33157366FF8E}"/>
          </ac:spMkLst>
        </pc:spChg>
        <pc:spChg chg="mod">
          <ac:chgData name="Yogesh S" userId="6129f0e95a6fb857" providerId="LiveId" clId="{3657D585-5B76-42AE-9F96-21E68B456DA9}" dt="2026-03-25T17:50:47.717" v="495" actId="207"/>
          <ac:spMkLst>
            <pc:docMk/>
            <pc:sldMk cId="1424729502" sldId="263"/>
            <ac:spMk id="14" creationId="{E0103F50-45CC-BE8D-2887-77EE76D4C03C}"/>
          </ac:spMkLst>
        </pc:spChg>
        <pc:spChg chg="mod">
          <ac:chgData name="Yogesh S" userId="6129f0e95a6fb857" providerId="LiveId" clId="{3657D585-5B76-42AE-9F96-21E68B456DA9}" dt="2026-03-25T17:50:50.485" v="496" actId="207"/>
          <ac:spMkLst>
            <pc:docMk/>
            <pc:sldMk cId="1424729502" sldId="263"/>
            <ac:spMk id="16" creationId="{85A45DD6-4D83-3340-6E3D-192536CE145C}"/>
          </ac:spMkLst>
        </pc:spChg>
        <pc:spChg chg="mod">
          <ac:chgData name="Yogesh S" userId="6129f0e95a6fb857" providerId="LiveId" clId="{3657D585-5B76-42AE-9F96-21E68B456DA9}" dt="2026-03-25T17:50:50.485" v="496" actId="207"/>
          <ac:spMkLst>
            <pc:docMk/>
            <pc:sldMk cId="1424729502" sldId="263"/>
            <ac:spMk id="17" creationId="{CB796883-CC11-5ED7-059C-1901E0F0027E}"/>
          </ac:spMkLst>
        </pc:spChg>
        <pc:spChg chg="mod">
          <ac:chgData name="Yogesh S" userId="6129f0e95a6fb857" providerId="LiveId" clId="{3657D585-5B76-42AE-9F96-21E68B456DA9}" dt="2026-03-25T17:50:43.549" v="494" actId="207"/>
          <ac:spMkLst>
            <pc:docMk/>
            <pc:sldMk cId="1424729502" sldId="263"/>
            <ac:spMk id="19" creationId="{D27E7450-D454-8B78-45CC-3FD71F48F4CF}"/>
          </ac:spMkLst>
        </pc:spChg>
        <pc:spChg chg="mod">
          <ac:chgData name="Yogesh S" userId="6129f0e95a6fb857" providerId="LiveId" clId="{3657D585-5B76-42AE-9F96-21E68B456DA9}" dt="2026-03-25T17:50:43.549" v="494" actId="207"/>
          <ac:spMkLst>
            <pc:docMk/>
            <pc:sldMk cId="1424729502" sldId="263"/>
            <ac:spMk id="20" creationId="{5077F7AF-ED2C-ABD8-419B-C06CD3B474C7}"/>
          </ac:spMkLst>
        </pc:spChg>
        <pc:spChg chg="mod">
          <ac:chgData name="Yogesh S" userId="6129f0e95a6fb857" providerId="LiveId" clId="{3657D585-5B76-42AE-9F96-21E68B456DA9}" dt="2026-03-25T17:50:47.717" v="495" actId="207"/>
          <ac:spMkLst>
            <pc:docMk/>
            <pc:sldMk cId="1424729502" sldId="263"/>
            <ac:spMk id="21" creationId="{F2B0433C-E238-BE78-9A52-323C91D66B84}"/>
          </ac:spMkLst>
        </pc:spChg>
        <pc:spChg chg="mod">
          <ac:chgData name="Yogesh S" userId="6129f0e95a6fb857" providerId="LiveId" clId="{3657D585-5B76-42AE-9F96-21E68B456DA9}" dt="2026-03-25T17:50:34.428" v="492" actId="207"/>
          <ac:spMkLst>
            <pc:docMk/>
            <pc:sldMk cId="1424729502" sldId="263"/>
            <ac:spMk id="22" creationId="{1C7D89D4-E990-B933-6FA5-0C3F3DF82017}"/>
          </ac:spMkLst>
        </pc:spChg>
        <pc:spChg chg="mod">
          <ac:chgData name="Yogesh S" userId="6129f0e95a6fb857" providerId="LiveId" clId="{3657D585-5B76-42AE-9F96-21E68B456DA9}" dt="2026-03-25T17:50:34.428" v="492" actId="207"/>
          <ac:spMkLst>
            <pc:docMk/>
            <pc:sldMk cId="1424729502" sldId="263"/>
            <ac:spMk id="23" creationId="{08200229-92CB-A7D4-9BC9-6928ABEF0493}"/>
          </ac:spMkLst>
        </pc:spChg>
        <pc:spChg chg="add del mod">
          <ac:chgData name="Yogesh S" userId="6129f0e95a6fb857" providerId="LiveId" clId="{3657D585-5B76-42AE-9F96-21E68B456DA9}" dt="2026-03-25T17:50:34.428" v="492" actId="207"/>
          <ac:spMkLst>
            <pc:docMk/>
            <pc:sldMk cId="1424729502" sldId="263"/>
            <ac:spMk id="25" creationId="{FC945D94-F581-A04D-380B-53CE832D4EB9}"/>
          </ac:spMkLst>
        </pc:spChg>
        <pc:spChg chg="mod">
          <ac:chgData name="Yogesh S" userId="6129f0e95a6fb857" providerId="LiveId" clId="{3657D585-5B76-42AE-9F96-21E68B456DA9}" dt="2026-03-25T17:50:50.485" v="496" actId="207"/>
          <ac:spMkLst>
            <pc:docMk/>
            <pc:sldMk cId="1424729502" sldId="263"/>
            <ac:spMk id="26" creationId="{E8C6E17A-B396-CC7B-AE84-9D15CDCF5111}"/>
          </ac:spMkLst>
        </pc:spChg>
        <pc:spChg chg="mod">
          <ac:chgData name="Yogesh S" userId="6129f0e95a6fb857" providerId="LiveId" clId="{3657D585-5B76-42AE-9F96-21E68B456DA9}" dt="2026-03-25T17:51:02.501" v="499" actId="207"/>
          <ac:spMkLst>
            <pc:docMk/>
            <pc:sldMk cId="1424729502" sldId="263"/>
            <ac:spMk id="27" creationId="{802456B2-E0DB-F652-FC94-36559E934EAB}"/>
          </ac:spMkLst>
        </pc:spChg>
        <pc:spChg chg="mod">
          <ac:chgData name="Yogesh S" userId="6129f0e95a6fb857" providerId="LiveId" clId="{3657D585-5B76-42AE-9F96-21E68B456DA9}" dt="2026-03-25T17:50:43.549" v="494" actId="207"/>
          <ac:spMkLst>
            <pc:docMk/>
            <pc:sldMk cId="1424729502" sldId="263"/>
            <ac:spMk id="28" creationId="{596AD2C4-4282-B0AF-21F0-C1BC531C3B85}"/>
          </ac:spMkLst>
        </pc:spChg>
        <pc:spChg chg="mod">
          <ac:chgData name="Yogesh S" userId="6129f0e95a6fb857" providerId="LiveId" clId="{3657D585-5B76-42AE-9F96-21E68B456DA9}" dt="2026-03-25T17:50:34.428" v="492" actId="207"/>
          <ac:spMkLst>
            <pc:docMk/>
            <pc:sldMk cId="1424729502" sldId="263"/>
            <ac:spMk id="31" creationId="{BF4FB4FE-2EC0-AF62-FCC2-C1684E7C144E}"/>
          </ac:spMkLst>
        </pc:spChg>
        <pc:spChg chg="mod">
          <ac:chgData name="Yogesh S" userId="6129f0e95a6fb857" providerId="LiveId" clId="{3657D585-5B76-42AE-9F96-21E68B456DA9}" dt="2026-03-25T17:50:47.717" v="495" actId="207"/>
          <ac:spMkLst>
            <pc:docMk/>
            <pc:sldMk cId="1424729502" sldId="263"/>
            <ac:spMk id="32" creationId="{0C4FA899-5629-6AC9-A8EA-2AA203DEB474}"/>
          </ac:spMkLst>
        </pc:spChg>
        <pc:spChg chg="mod">
          <ac:chgData name="Yogesh S" userId="6129f0e95a6fb857" providerId="LiveId" clId="{3657D585-5B76-42AE-9F96-21E68B456DA9}" dt="2026-03-25T17:50:50.485" v="496" actId="207"/>
          <ac:spMkLst>
            <pc:docMk/>
            <pc:sldMk cId="1424729502" sldId="263"/>
            <ac:spMk id="33" creationId="{721932F0-503B-9128-5752-63AE1F07F65F}"/>
          </ac:spMkLst>
        </pc:spChg>
        <pc:spChg chg="add mod">
          <ac:chgData name="Yogesh S" userId="6129f0e95a6fb857" providerId="LiveId" clId="{3657D585-5B76-42AE-9F96-21E68B456DA9}" dt="2026-03-25T17:52:10.316" v="514" actId="207"/>
          <ac:spMkLst>
            <pc:docMk/>
            <pc:sldMk cId="1424729502" sldId="263"/>
            <ac:spMk id="35" creationId="{407F91DB-0294-CC73-67A5-2CF59753917E}"/>
          </ac:spMkLst>
        </pc:spChg>
        <pc:grpChg chg="mod">
          <ac:chgData name="Yogesh S" userId="6129f0e95a6fb857" providerId="LiveId" clId="{3657D585-5B76-42AE-9F96-21E68B456DA9}" dt="2026-03-25T17:51:02.501" v="499" actId="207"/>
          <ac:grpSpMkLst>
            <pc:docMk/>
            <pc:sldMk cId="1424729502" sldId="263"/>
            <ac:grpSpMk id="2" creationId="{59BB92C0-E98F-3ED2-4907-5D041B212060}"/>
          </ac:grpSpMkLst>
        </pc:grpChg>
        <pc:grpChg chg="mod">
          <ac:chgData name="Yogesh S" userId="6129f0e95a6fb857" providerId="LiveId" clId="{3657D585-5B76-42AE-9F96-21E68B456DA9}" dt="2026-03-25T17:50:34.428" v="492" actId="207"/>
          <ac:grpSpMkLst>
            <pc:docMk/>
            <pc:sldMk cId="1424729502" sldId="263"/>
            <ac:grpSpMk id="9" creationId="{7123C074-C665-AC6E-C751-43E4DDCC4D92}"/>
          </ac:grpSpMkLst>
        </pc:grpChg>
        <pc:grpChg chg="mod">
          <ac:chgData name="Yogesh S" userId="6129f0e95a6fb857" providerId="LiveId" clId="{3657D585-5B76-42AE-9F96-21E68B456DA9}" dt="2026-03-25T17:51:18.249" v="501" actId="1076"/>
          <ac:grpSpMkLst>
            <pc:docMk/>
            <pc:sldMk cId="1424729502" sldId="263"/>
            <ac:grpSpMk id="10" creationId="{94978AEC-20D5-CD5A-14ED-05D04F5325D5}"/>
          </ac:grpSpMkLst>
        </pc:grpChg>
        <pc:grpChg chg="mod">
          <ac:chgData name="Yogesh S" userId="6129f0e95a6fb857" providerId="LiveId" clId="{3657D585-5B76-42AE-9F96-21E68B456DA9}" dt="2026-03-25T17:50:47.717" v="495" actId="207"/>
          <ac:grpSpMkLst>
            <pc:docMk/>
            <pc:sldMk cId="1424729502" sldId="263"/>
            <ac:grpSpMk id="12" creationId="{300FEBAF-FB1C-0FE5-A2C8-9BF6489CE86B}"/>
          </ac:grpSpMkLst>
        </pc:grpChg>
        <pc:grpChg chg="mod">
          <ac:chgData name="Yogesh S" userId="6129f0e95a6fb857" providerId="LiveId" clId="{3657D585-5B76-42AE-9F96-21E68B456DA9}" dt="2026-03-25T17:50:50.485" v="496" actId="207"/>
          <ac:grpSpMkLst>
            <pc:docMk/>
            <pc:sldMk cId="1424729502" sldId="263"/>
            <ac:grpSpMk id="15" creationId="{7DAA1337-1A61-71F9-1E56-517376C161A7}"/>
          </ac:grpSpMkLst>
        </pc:grpChg>
        <pc:grpChg chg="mod">
          <ac:chgData name="Yogesh S" userId="6129f0e95a6fb857" providerId="LiveId" clId="{3657D585-5B76-42AE-9F96-21E68B456DA9}" dt="2026-03-25T17:50:43.549" v="494" actId="207"/>
          <ac:grpSpMkLst>
            <pc:docMk/>
            <pc:sldMk cId="1424729502" sldId="263"/>
            <ac:grpSpMk id="18" creationId="{D051799A-82B7-8F36-7C37-731EFD22C81D}"/>
          </ac:grpSpMkLst>
        </pc:grpChg>
        <pc:grpChg chg="mod">
          <ac:chgData name="Yogesh S" userId="6129f0e95a6fb857" providerId="LiveId" clId="{3657D585-5B76-42AE-9F96-21E68B456DA9}" dt="2026-03-25T17:50:34.428" v="492" actId="207"/>
          <ac:grpSpMkLst>
            <pc:docMk/>
            <pc:sldMk cId="1424729502" sldId="263"/>
            <ac:grpSpMk id="24" creationId="{732A098D-C382-8F3B-716E-3EF66D05686D}"/>
          </ac:grpSpMkLst>
        </pc:grpChg>
        <pc:grpChg chg="mod">
          <ac:chgData name="Yogesh S" userId="6129f0e95a6fb857" providerId="LiveId" clId="{3657D585-5B76-42AE-9F96-21E68B456DA9}" dt="2026-03-25T17:51:25.816" v="502" actId="1076"/>
          <ac:grpSpMkLst>
            <pc:docMk/>
            <pc:sldMk cId="1424729502" sldId="263"/>
            <ac:grpSpMk id="29" creationId="{98286F5C-6DB2-05CA-5C13-CCBDCB43D4C6}"/>
          </ac:grpSpMkLst>
        </pc:grpChg>
        <pc:grpChg chg="mod">
          <ac:chgData name="Yogesh S" userId="6129f0e95a6fb857" providerId="LiveId" clId="{3657D585-5B76-42AE-9F96-21E68B456DA9}" dt="2026-03-25T17:51:31.816" v="503" actId="1076"/>
          <ac:grpSpMkLst>
            <pc:docMk/>
            <pc:sldMk cId="1424729502" sldId="263"/>
            <ac:grpSpMk id="30" creationId="{60FA4ED1-9CDC-E58C-83AC-163BDBA635A2}"/>
          </ac:grpSpMkLst>
        </pc:grpChg>
        <pc:grpChg chg="mod">
          <ac:chgData name="Yogesh S" userId="6129f0e95a6fb857" providerId="LiveId" clId="{3657D585-5B76-42AE-9F96-21E68B456DA9}" dt="2026-03-25T17:51:36.699" v="504" actId="1076"/>
          <ac:grpSpMkLst>
            <pc:docMk/>
            <pc:sldMk cId="1424729502" sldId="263"/>
            <ac:grpSpMk id="34" creationId="{035D0EBC-1E66-321D-8393-B9FD10B76B2D}"/>
          </ac:grpSpMkLst>
        </pc:grpChg>
      </pc:sldChg>
      <pc:sldChg chg="modSp add mod">
        <pc:chgData name="Yogesh S" userId="6129f0e95a6fb857" providerId="LiveId" clId="{3657D585-5B76-42AE-9F96-21E68B456DA9}" dt="2026-03-25T18:07:59.336" v="601" actId="14100"/>
        <pc:sldMkLst>
          <pc:docMk/>
          <pc:sldMk cId="3191322541" sldId="264"/>
        </pc:sldMkLst>
        <pc:grpChg chg="mod">
          <ac:chgData name="Yogesh S" userId="6129f0e95a6fb857" providerId="LiveId" clId="{3657D585-5B76-42AE-9F96-21E68B456DA9}" dt="2026-03-25T18:07:59.336" v="601" actId="14100"/>
          <ac:grpSpMkLst>
            <pc:docMk/>
            <pc:sldMk cId="3191322541" sldId="264"/>
            <ac:grpSpMk id="29" creationId="{0341B5EA-A907-E890-748A-CBFB54E92377}"/>
          </ac:grpSpMkLst>
        </pc:grpChg>
        <pc:grpChg chg="mod">
          <ac:chgData name="Yogesh S" userId="6129f0e95a6fb857" providerId="LiveId" clId="{3657D585-5B76-42AE-9F96-21E68B456DA9}" dt="2026-03-25T18:07:54.637" v="600" actId="14100"/>
          <ac:grpSpMkLst>
            <pc:docMk/>
            <pc:sldMk cId="3191322541" sldId="264"/>
            <ac:grpSpMk id="30" creationId="{2ADBFA11-9D9E-5910-6629-C414798B3838}"/>
          </ac:grpSpMkLst>
        </pc:grpChg>
      </pc:sldChg>
      <pc:sldChg chg="addSp modSp add mod modTransition">
        <pc:chgData name="Yogesh S" userId="6129f0e95a6fb857" providerId="LiveId" clId="{3657D585-5B76-42AE-9F96-21E68B456DA9}" dt="2026-03-25T17:53:47.307" v="530"/>
        <pc:sldMkLst>
          <pc:docMk/>
          <pc:sldMk cId="2582166658" sldId="265"/>
        </pc:sldMkLst>
        <pc:spChg chg="add mod">
          <ac:chgData name="Yogesh S" userId="6129f0e95a6fb857" providerId="LiveId" clId="{3657D585-5B76-42AE-9F96-21E68B456DA9}" dt="2026-03-25T17:53:40.526" v="526"/>
          <ac:spMkLst>
            <pc:docMk/>
            <pc:sldMk cId="2582166658" sldId="265"/>
            <ac:spMk id="7" creationId="{F78BFE1D-06D8-15C7-1FE0-602DE095F09A}"/>
          </ac:spMkLst>
        </pc:spChg>
        <pc:grpChg chg="mod">
          <ac:chgData name="Yogesh S" userId="6129f0e95a6fb857" providerId="LiveId" clId="{3657D585-5B76-42AE-9F96-21E68B456DA9}" dt="2026-03-25T17:53:34.326" v="524" actId="1076"/>
          <ac:grpSpMkLst>
            <pc:docMk/>
            <pc:sldMk cId="2582166658" sldId="265"/>
            <ac:grpSpMk id="39" creationId="{ADE7A181-F63A-D475-77DA-5B445F5E2D2B}"/>
          </ac:grpSpMkLst>
        </pc:grpChg>
        <pc:grpChg chg="mod">
          <ac:chgData name="Yogesh S" userId="6129f0e95a6fb857" providerId="LiveId" clId="{3657D585-5B76-42AE-9F96-21E68B456DA9}" dt="2026-03-25T17:53:22.196" v="521" actId="1076"/>
          <ac:grpSpMkLst>
            <pc:docMk/>
            <pc:sldMk cId="2582166658" sldId="265"/>
            <ac:grpSpMk id="40" creationId="{6A4BF6C7-17A7-7D50-5C84-CEB3A9F09E26}"/>
          </ac:grpSpMkLst>
        </pc:grpChg>
        <pc:grpChg chg="mod">
          <ac:chgData name="Yogesh S" userId="6129f0e95a6fb857" providerId="LiveId" clId="{3657D585-5B76-42AE-9F96-21E68B456DA9}" dt="2026-03-25T17:53:27.237" v="522" actId="1076"/>
          <ac:grpSpMkLst>
            <pc:docMk/>
            <pc:sldMk cId="2582166658" sldId="265"/>
            <ac:grpSpMk id="41" creationId="{F05933F8-BFFE-CA29-DF2A-69E1BF775ED5}"/>
          </ac:grpSpMkLst>
        </pc:grpChg>
        <pc:grpChg chg="mod">
          <ac:chgData name="Yogesh S" userId="6129f0e95a6fb857" providerId="LiveId" clId="{3657D585-5B76-42AE-9F96-21E68B456DA9}" dt="2026-03-25T17:53:16.924" v="520" actId="1076"/>
          <ac:grpSpMkLst>
            <pc:docMk/>
            <pc:sldMk cId="2582166658" sldId="265"/>
            <ac:grpSpMk id="42" creationId="{62BE40B4-9236-F895-DCE5-73C13D31D41B}"/>
          </ac:grpSpMkLst>
        </pc:grpChg>
      </pc:sldChg>
      <pc:sldChg chg="addSp modSp add mod modTransition setBg">
        <pc:chgData name="Yogesh S" userId="6129f0e95a6fb857" providerId="LiveId" clId="{3657D585-5B76-42AE-9F96-21E68B456DA9}" dt="2026-03-25T18:09:26.041" v="622"/>
        <pc:sldMkLst>
          <pc:docMk/>
          <pc:sldMk cId="3155356083" sldId="266"/>
        </pc:sldMkLst>
        <pc:spChg chg="mod">
          <ac:chgData name="Yogesh S" userId="6129f0e95a6fb857" providerId="LiveId" clId="{3657D585-5B76-42AE-9F96-21E68B456DA9}" dt="2026-03-25T18:07:16.557" v="595" actId="1076"/>
          <ac:spMkLst>
            <pc:docMk/>
            <pc:sldMk cId="3155356083" sldId="266"/>
            <ac:spMk id="3" creationId="{77A2AB0D-1149-1CFB-6920-FC9033155655}"/>
          </ac:spMkLst>
        </pc:spChg>
        <pc:spChg chg="add mod">
          <ac:chgData name="Yogesh S" userId="6129f0e95a6fb857" providerId="LiveId" clId="{3657D585-5B76-42AE-9F96-21E68B456DA9}" dt="2026-03-25T18:09:17.735" v="621" actId="207"/>
          <ac:spMkLst>
            <pc:docMk/>
            <pc:sldMk cId="3155356083" sldId="266"/>
            <ac:spMk id="4" creationId="{09B1FB55-EBFF-4453-ECA1-BFE8B2455BDC}"/>
          </ac:spMkLst>
        </pc:spChg>
        <pc:spChg chg="mod">
          <ac:chgData name="Yogesh S" userId="6129f0e95a6fb857" providerId="LiveId" clId="{3657D585-5B76-42AE-9F96-21E68B456DA9}" dt="2026-03-25T18:05:44.442" v="577"/>
          <ac:spMkLst>
            <pc:docMk/>
            <pc:sldMk cId="3155356083" sldId="266"/>
            <ac:spMk id="5" creationId="{CEC36A90-29DC-ED39-159D-BE627159F15D}"/>
          </ac:spMkLst>
        </pc:spChg>
        <pc:spChg chg="mod">
          <ac:chgData name="Yogesh S" userId="6129f0e95a6fb857" providerId="LiveId" clId="{3657D585-5B76-42AE-9F96-21E68B456DA9}" dt="2026-03-25T18:05:52.656" v="579"/>
          <ac:spMkLst>
            <pc:docMk/>
            <pc:sldMk cId="3155356083" sldId="266"/>
            <ac:spMk id="8" creationId="{3614C14E-B32F-0825-0D1C-EEAE188D853A}"/>
          </ac:spMkLst>
        </pc:spChg>
        <pc:spChg chg="mod">
          <ac:chgData name="Yogesh S" userId="6129f0e95a6fb857" providerId="LiveId" clId="{3657D585-5B76-42AE-9F96-21E68B456DA9}" dt="2026-03-25T18:05:44.442" v="577"/>
          <ac:spMkLst>
            <pc:docMk/>
            <pc:sldMk cId="3155356083" sldId="266"/>
            <ac:spMk id="11" creationId="{E70C8F1C-4534-8A3F-7A2E-62DCB592C76B}"/>
          </ac:spMkLst>
        </pc:spChg>
        <pc:spChg chg="mod">
          <ac:chgData name="Yogesh S" userId="6129f0e95a6fb857" providerId="LiveId" clId="{3657D585-5B76-42AE-9F96-21E68B456DA9}" dt="2026-03-25T18:06:38.973" v="589" actId="1076"/>
          <ac:spMkLst>
            <pc:docMk/>
            <pc:sldMk cId="3155356083" sldId="266"/>
            <ac:spMk id="13" creationId="{71815EE9-2C0C-2D1F-B20B-FBA4782585C3}"/>
          </ac:spMkLst>
        </pc:spChg>
        <pc:spChg chg="mod">
          <ac:chgData name="Yogesh S" userId="6129f0e95a6fb857" providerId="LiveId" clId="{3657D585-5B76-42AE-9F96-21E68B456DA9}" dt="2026-03-25T18:06:04.457" v="582"/>
          <ac:spMkLst>
            <pc:docMk/>
            <pc:sldMk cId="3155356083" sldId="266"/>
            <ac:spMk id="14" creationId="{61F9A877-5C3A-1E17-9EEB-C0DB7C9ABBF4}"/>
          </ac:spMkLst>
        </pc:spChg>
        <pc:spChg chg="mod">
          <ac:chgData name="Yogesh S" userId="6129f0e95a6fb857" providerId="LiveId" clId="{3657D585-5B76-42AE-9F96-21E68B456DA9}" dt="2026-03-25T18:06:15.121" v="585"/>
          <ac:spMkLst>
            <pc:docMk/>
            <pc:sldMk cId="3155356083" sldId="266"/>
            <ac:spMk id="16" creationId="{4FC3D34B-1B4B-D11C-2869-0DC9DCC53B32}"/>
          </ac:spMkLst>
        </pc:spChg>
        <pc:spChg chg="mod">
          <ac:chgData name="Yogesh S" userId="6129f0e95a6fb857" providerId="LiveId" clId="{3657D585-5B76-42AE-9F96-21E68B456DA9}" dt="2026-03-25T18:06:15.121" v="585"/>
          <ac:spMkLst>
            <pc:docMk/>
            <pc:sldMk cId="3155356083" sldId="266"/>
            <ac:spMk id="17" creationId="{3C78A69A-E162-309D-8186-2945DCE3A0BF}"/>
          </ac:spMkLst>
        </pc:spChg>
        <pc:spChg chg="mod">
          <ac:chgData name="Yogesh S" userId="6129f0e95a6fb857" providerId="LiveId" clId="{3657D585-5B76-42AE-9F96-21E68B456DA9}" dt="2026-03-25T18:05:52.656" v="579"/>
          <ac:spMkLst>
            <pc:docMk/>
            <pc:sldMk cId="3155356083" sldId="266"/>
            <ac:spMk id="19" creationId="{1B6A97B7-3287-163F-20DF-E0A1DA865C62}"/>
          </ac:spMkLst>
        </pc:spChg>
        <pc:spChg chg="mod">
          <ac:chgData name="Yogesh S" userId="6129f0e95a6fb857" providerId="LiveId" clId="{3657D585-5B76-42AE-9F96-21E68B456DA9}" dt="2026-03-25T18:05:52.656" v="579"/>
          <ac:spMkLst>
            <pc:docMk/>
            <pc:sldMk cId="3155356083" sldId="266"/>
            <ac:spMk id="20" creationId="{074677DB-7D0E-544C-84CF-0DE2748BBB2A}"/>
          </ac:spMkLst>
        </pc:spChg>
        <pc:spChg chg="mod">
          <ac:chgData name="Yogesh S" userId="6129f0e95a6fb857" providerId="LiveId" clId="{3657D585-5B76-42AE-9F96-21E68B456DA9}" dt="2026-03-25T18:06:04.457" v="582"/>
          <ac:spMkLst>
            <pc:docMk/>
            <pc:sldMk cId="3155356083" sldId="266"/>
            <ac:spMk id="21" creationId="{75518DF7-F36B-70AE-7CCC-DC63BF407637}"/>
          </ac:spMkLst>
        </pc:spChg>
        <pc:spChg chg="mod">
          <ac:chgData name="Yogesh S" userId="6129f0e95a6fb857" providerId="LiveId" clId="{3657D585-5B76-42AE-9F96-21E68B456DA9}" dt="2026-03-25T18:07:28.130" v="597" actId="1076"/>
          <ac:spMkLst>
            <pc:docMk/>
            <pc:sldMk cId="3155356083" sldId="266"/>
            <ac:spMk id="22" creationId="{395B9720-0BD4-6352-F75D-03D9F2617C94}"/>
          </ac:spMkLst>
        </pc:spChg>
        <pc:spChg chg="mod">
          <ac:chgData name="Yogesh S" userId="6129f0e95a6fb857" providerId="LiveId" clId="{3657D585-5B76-42AE-9F96-21E68B456DA9}" dt="2026-03-25T18:05:32.739" v="574"/>
          <ac:spMkLst>
            <pc:docMk/>
            <pc:sldMk cId="3155356083" sldId="266"/>
            <ac:spMk id="23" creationId="{E7BCA171-A500-0330-0228-1F4704C214D6}"/>
          </ac:spMkLst>
        </pc:spChg>
        <pc:spChg chg="mod">
          <ac:chgData name="Yogesh S" userId="6129f0e95a6fb857" providerId="LiveId" clId="{3657D585-5B76-42AE-9F96-21E68B456DA9}" dt="2026-03-25T18:05:32.739" v="574"/>
          <ac:spMkLst>
            <pc:docMk/>
            <pc:sldMk cId="3155356083" sldId="266"/>
            <ac:spMk id="25" creationId="{6CB85B5C-6D3F-DFAF-D5D5-DA9C67C432DB}"/>
          </ac:spMkLst>
        </pc:spChg>
        <pc:spChg chg="mod">
          <ac:chgData name="Yogesh S" userId="6129f0e95a6fb857" providerId="LiveId" clId="{3657D585-5B76-42AE-9F96-21E68B456DA9}" dt="2026-03-25T18:06:15.121" v="585"/>
          <ac:spMkLst>
            <pc:docMk/>
            <pc:sldMk cId="3155356083" sldId="266"/>
            <ac:spMk id="26" creationId="{B303DA55-FC57-64F8-DE10-11BAC8DF4E1A}"/>
          </ac:spMkLst>
        </pc:spChg>
        <pc:spChg chg="mod">
          <ac:chgData name="Yogesh S" userId="6129f0e95a6fb857" providerId="LiveId" clId="{3657D585-5B76-42AE-9F96-21E68B456DA9}" dt="2026-03-25T18:05:46.870" v="578" actId="14100"/>
          <ac:spMkLst>
            <pc:docMk/>
            <pc:sldMk cId="3155356083" sldId="266"/>
            <ac:spMk id="27" creationId="{78A3200F-D6BE-5EEE-E912-2141509A9651}"/>
          </ac:spMkLst>
        </pc:spChg>
        <pc:spChg chg="mod">
          <ac:chgData name="Yogesh S" userId="6129f0e95a6fb857" providerId="LiveId" clId="{3657D585-5B76-42AE-9F96-21E68B456DA9}" dt="2026-03-25T18:05:58.353" v="581" actId="1076"/>
          <ac:spMkLst>
            <pc:docMk/>
            <pc:sldMk cId="3155356083" sldId="266"/>
            <ac:spMk id="28" creationId="{573FE210-6CD4-BC0D-386C-69B798A79C0D}"/>
          </ac:spMkLst>
        </pc:spChg>
        <pc:spChg chg="mod">
          <ac:chgData name="Yogesh S" userId="6129f0e95a6fb857" providerId="LiveId" clId="{3657D585-5B76-42AE-9F96-21E68B456DA9}" dt="2026-03-25T18:05:38.898" v="576" actId="1076"/>
          <ac:spMkLst>
            <pc:docMk/>
            <pc:sldMk cId="3155356083" sldId="266"/>
            <ac:spMk id="31" creationId="{ED3728FC-D063-3D80-8013-0D52114EE78C}"/>
          </ac:spMkLst>
        </pc:spChg>
        <pc:spChg chg="mod">
          <ac:chgData name="Yogesh S" userId="6129f0e95a6fb857" providerId="LiveId" clId="{3657D585-5B76-42AE-9F96-21E68B456DA9}" dt="2026-03-25T18:06:09.730" v="584" actId="1076"/>
          <ac:spMkLst>
            <pc:docMk/>
            <pc:sldMk cId="3155356083" sldId="266"/>
            <ac:spMk id="32" creationId="{6D80C56D-9671-70EC-3A7D-5ECE13B49DB0}"/>
          </ac:spMkLst>
        </pc:spChg>
        <pc:spChg chg="mod">
          <ac:chgData name="Yogesh S" userId="6129f0e95a6fb857" providerId="LiveId" clId="{3657D585-5B76-42AE-9F96-21E68B456DA9}" dt="2026-03-25T18:06:22.104" v="587" actId="1076"/>
          <ac:spMkLst>
            <pc:docMk/>
            <pc:sldMk cId="3155356083" sldId="266"/>
            <ac:spMk id="33" creationId="{54CE317D-74D6-754A-E850-BE5D3602E333}"/>
          </ac:spMkLst>
        </pc:spChg>
        <pc:grpChg chg="mod">
          <ac:chgData name="Yogesh S" userId="6129f0e95a6fb857" providerId="LiveId" clId="{3657D585-5B76-42AE-9F96-21E68B456DA9}" dt="2026-03-25T18:05:44.442" v="577"/>
          <ac:grpSpMkLst>
            <pc:docMk/>
            <pc:sldMk cId="3155356083" sldId="266"/>
            <ac:grpSpMk id="2" creationId="{75790245-3A90-588B-C235-08C019DF1E8F}"/>
          </ac:grpSpMkLst>
        </pc:grpChg>
        <pc:grpChg chg="mod">
          <ac:chgData name="Yogesh S" userId="6129f0e95a6fb857" providerId="LiveId" clId="{3657D585-5B76-42AE-9F96-21E68B456DA9}" dt="2026-03-25T18:07:40.702" v="599" actId="1076"/>
          <ac:grpSpMkLst>
            <pc:docMk/>
            <pc:sldMk cId="3155356083" sldId="266"/>
            <ac:grpSpMk id="9" creationId="{C26FA016-DFA9-EA98-559B-CC8F8F0BB4C6}"/>
          </ac:grpSpMkLst>
        </pc:grpChg>
        <pc:grpChg chg="mod">
          <ac:chgData name="Yogesh S" userId="6129f0e95a6fb857" providerId="LiveId" clId="{3657D585-5B76-42AE-9F96-21E68B456DA9}" dt="2026-03-25T18:08:25.537" v="605" actId="1076"/>
          <ac:grpSpMkLst>
            <pc:docMk/>
            <pc:sldMk cId="3155356083" sldId="266"/>
            <ac:grpSpMk id="10" creationId="{39FFB941-857A-0DA6-6028-EFE90CC806FA}"/>
          </ac:grpSpMkLst>
        </pc:grpChg>
        <pc:grpChg chg="mod">
          <ac:chgData name="Yogesh S" userId="6129f0e95a6fb857" providerId="LiveId" clId="{3657D585-5B76-42AE-9F96-21E68B456DA9}" dt="2026-03-25T18:06:04.457" v="582"/>
          <ac:grpSpMkLst>
            <pc:docMk/>
            <pc:sldMk cId="3155356083" sldId="266"/>
            <ac:grpSpMk id="12" creationId="{4FD2DE51-61BA-4D54-9E9B-A2CA8107AA94}"/>
          </ac:grpSpMkLst>
        </pc:grpChg>
        <pc:grpChg chg="mod">
          <ac:chgData name="Yogesh S" userId="6129f0e95a6fb857" providerId="LiveId" clId="{3657D585-5B76-42AE-9F96-21E68B456DA9}" dt="2026-03-25T18:06:15.121" v="585"/>
          <ac:grpSpMkLst>
            <pc:docMk/>
            <pc:sldMk cId="3155356083" sldId="266"/>
            <ac:grpSpMk id="15" creationId="{4B515DAB-EA9A-7D53-10FB-4B7E73D055B8}"/>
          </ac:grpSpMkLst>
        </pc:grpChg>
        <pc:grpChg chg="mod">
          <ac:chgData name="Yogesh S" userId="6129f0e95a6fb857" providerId="LiveId" clId="{3657D585-5B76-42AE-9F96-21E68B456DA9}" dt="2026-03-25T18:05:52.656" v="579"/>
          <ac:grpSpMkLst>
            <pc:docMk/>
            <pc:sldMk cId="3155356083" sldId="266"/>
            <ac:grpSpMk id="18" creationId="{992A62C3-02AD-4181-A886-3E1C18454C15}"/>
          </ac:grpSpMkLst>
        </pc:grpChg>
        <pc:grpChg chg="mod">
          <ac:chgData name="Yogesh S" userId="6129f0e95a6fb857" providerId="LiveId" clId="{3657D585-5B76-42AE-9F96-21E68B456DA9}" dt="2026-03-25T18:05:32.739" v="574"/>
          <ac:grpSpMkLst>
            <pc:docMk/>
            <pc:sldMk cId="3155356083" sldId="266"/>
            <ac:grpSpMk id="24" creationId="{48C612BB-C0E6-25B1-12F6-885EFE5CEC2C}"/>
          </ac:grpSpMkLst>
        </pc:grpChg>
        <pc:grpChg chg="mod">
          <ac:chgData name="Yogesh S" userId="6129f0e95a6fb857" providerId="LiveId" clId="{3657D585-5B76-42AE-9F96-21E68B456DA9}" dt="2026-03-25T18:08:30.141" v="606" actId="1076"/>
          <ac:grpSpMkLst>
            <pc:docMk/>
            <pc:sldMk cId="3155356083" sldId="266"/>
            <ac:grpSpMk id="29" creationId="{A4824A78-8BF8-5C8B-30F0-18398A32A04D}"/>
          </ac:grpSpMkLst>
        </pc:grpChg>
        <pc:grpChg chg="mod">
          <ac:chgData name="Yogesh S" userId="6129f0e95a6fb857" providerId="LiveId" clId="{3657D585-5B76-42AE-9F96-21E68B456DA9}" dt="2026-03-25T18:08:38.128" v="607" actId="1076"/>
          <ac:grpSpMkLst>
            <pc:docMk/>
            <pc:sldMk cId="3155356083" sldId="266"/>
            <ac:grpSpMk id="30" creationId="{AAEE6D3F-26EB-B1EB-6A9B-2C25E924D51E}"/>
          </ac:grpSpMkLst>
        </pc:grpChg>
        <pc:grpChg chg="mod">
          <ac:chgData name="Yogesh S" userId="6129f0e95a6fb857" providerId="LiveId" clId="{3657D585-5B76-42AE-9F96-21E68B456DA9}" dt="2026-03-25T18:08:45.398" v="608" actId="1076"/>
          <ac:grpSpMkLst>
            <pc:docMk/>
            <pc:sldMk cId="3155356083" sldId="266"/>
            <ac:grpSpMk id="34" creationId="{65299B24-385A-DAB4-7C2A-DB06E1AE76B2}"/>
          </ac:grpSpMkLst>
        </pc:grpChg>
      </pc:sldChg>
      <pc:sldChg chg="add">
        <pc:chgData name="Yogesh S" userId="6129f0e95a6fb857" providerId="LiveId" clId="{3657D585-5B76-42AE-9F96-21E68B456DA9}" dt="2026-03-25T18:08:17.947" v="604" actId="2890"/>
        <pc:sldMkLst>
          <pc:docMk/>
          <pc:sldMk cId="1952429248" sldId="267"/>
        </pc:sldMkLst>
      </pc:sldChg>
      <pc:sldChg chg="addSp modSp new mod modTransition setBg modAnim">
        <pc:chgData name="Yogesh S" userId="6129f0e95a6fb857" providerId="LiveId" clId="{3657D585-5B76-42AE-9F96-21E68B456DA9}" dt="2026-03-25T21:11:08.732" v="2211"/>
        <pc:sldMkLst>
          <pc:docMk/>
          <pc:sldMk cId="3635532899" sldId="268"/>
        </pc:sldMkLst>
        <pc:spChg chg="add mod">
          <ac:chgData name="Yogesh S" userId="6129f0e95a6fb857" providerId="LiveId" clId="{3657D585-5B76-42AE-9F96-21E68B456DA9}" dt="2026-03-25T18:34:50.008" v="808" actId="14100"/>
          <ac:spMkLst>
            <pc:docMk/>
            <pc:sldMk cId="3635532899" sldId="268"/>
            <ac:spMk id="4" creationId="{D0825D72-5BF7-0D3B-CF6E-CCEEE0330DF4}"/>
          </ac:spMkLst>
        </pc:spChg>
        <pc:spChg chg="add mod">
          <ac:chgData name="Yogesh S" userId="6129f0e95a6fb857" providerId="LiveId" clId="{3657D585-5B76-42AE-9F96-21E68B456DA9}" dt="2026-03-25T18:35:21.461" v="810" actId="1076"/>
          <ac:spMkLst>
            <pc:docMk/>
            <pc:sldMk cId="3635532899" sldId="268"/>
            <ac:spMk id="6" creationId="{5398DD42-04A6-97DA-051E-B3C5677FFA51}"/>
          </ac:spMkLst>
        </pc:spChg>
        <pc:picChg chg="add mod modCrop">
          <ac:chgData name="Yogesh S" userId="6129f0e95a6fb857" providerId="LiveId" clId="{3657D585-5B76-42AE-9F96-21E68B456DA9}" dt="2026-03-25T19:53:44.921" v="1534" actId="339"/>
          <ac:picMkLst>
            <pc:docMk/>
            <pc:sldMk cId="3635532899" sldId="268"/>
            <ac:picMk id="3" creationId="{D3D7E99F-1045-D892-6177-BBCC72E22A97}"/>
          </ac:picMkLst>
        </pc:picChg>
      </pc:sldChg>
      <pc:sldChg chg="addSp delSp modSp new mod modTransition setBg">
        <pc:chgData name="Yogesh S" userId="6129f0e95a6fb857" providerId="LiveId" clId="{3657D585-5B76-42AE-9F96-21E68B456DA9}" dt="2026-03-25T21:11:11.110" v="2212"/>
        <pc:sldMkLst>
          <pc:docMk/>
          <pc:sldMk cId="2654921134" sldId="269"/>
        </pc:sldMkLst>
        <pc:spChg chg="add del mod">
          <ac:chgData name="Yogesh S" userId="6129f0e95a6fb857" providerId="LiveId" clId="{3657D585-5B76-42AE-9F96-21E68B456DA9}" dt="2026-03-25T18:36:39.715" v="815" actId="403"/>
          <ac:spMkLst>
            <pc:docMk/>
            <pc:sldMk cId="2654921134" sldId="269"/>
            <ac:spMk id="3" creationId="{C0626DDA-D08A-AFC7-3075-7ABBC8F461AE}"/>
          </ac:spMkLst>
        </pc:spChg>
        <pc:spChg chg="add mod">
          <ac:chgData name="Yogesh S" userId="6129f0e95a6fb857" providerId="LiveId" clId="{3657D585-5B76-42AE-9F96-21E68B456DA9}" dt="2026-03-25T18:37:33.526" v="830" actId="207"/>
          <ac:spMkLst>
            <pc:docMk/>
            <pc:sldMk cId="2654921134" sldId="269"/>
            <ac:spMk id="8" creationId="{AEDFD704-7EC3-FFDF-DB39-303852D4A97C}"/>
          </ac:spMkLst>
        </pc:spChg>
        <pc:picChg chg="add mod modCrop">
          <ac:chgData name="Yogesh S" userId="6129f0e95a6fb857" providerId="LiveId" clId="{3657D585-5B76-42AE-9F96-21E68B456DA9}" dt="2026-03-25T19:53:58.774" v="1540" actId="14100"/>
          <ac:picMkLst>
            <pc:docMk/>
            <pc:sldMk cId="2654921134" sldId="269"/>
            <ac:picMk id="7" creationId="{D677F3FA-9F41-F03E-156A-5EE237B93799}"/>
          </ac:picMkLst>
        </pc:picChg>
      </pc:sldChg>
      <pc:sldChg chg="addSp modSp new mod modTransition setBg">
        <pc:chgData name="Yogesh S" userId="6129f0e95a6fb857" providerId="LiveId" clId="{3657D585-5B76-42AE-9F96-21E68B456DA9}" dt="2026-03-25T21:11:13.645" v="2213"/>
        <pc:sldMkLst>
          <pc:docMk/>
          <pc:sldMk cId="1547602452" sldId="270"/>
        </pc:sldMkLst>
        <pc:spChg chg="add mod">
          <ac:chgData name="Yogesh S" userId="6129f0e95a6fb857" providerId="LiveId" clId="{3657D585-5B76-42AE-9F96-21E68B456DA9}" dt="2026-03-25T18:39:16.208" v="843" actId="403"/>
          <ac:spMkLst>
            <pc:docMk/>
            <pc:sldMk cId="1547602452" sldId="270"/>
            <ac:spMk id="3" creationId="{6128104A-E325-23BD-7D4D-207CD83A5E41}"/>
          </ac:spMkLst>
        </pc:spChg>
        <pc:spChg chg="add mod">
          <ac:chgData name="Yogesh S" userId="6129f0e95a6fb857" providerId="LiveId" clId="{3657D585-5B76-42AE-9F96-21E68B456DA9}" dt="2026-03-25T18:39:27.839" v="845" actId="207"/>
          <ac:spMkLst>
            <pc:docMk/>
            <pc:sldMk cId="1547602452" sldId="270"/>
            <ac:spMk id="6" creationId="{2B5CFE28-D0BB-1F1C-35C5-99A80BB8084A}"/>
          </ac:spMkLst>
        </pc:spChg>
        <pc:picChg chg="add mod modCrop">
          <ac:chgData name="Yogesh S" userId="6129f0e95a6fb857" providerId="LiveId" clId="{3657D585-5B76-42AE-9F96-21E68B456DA9}" dt="2026-03-25T19:54:11" v="1546" actId="1076"/>
          <ac:picMkLst>
            <pc:docMk/>
            <pc:sldMk cId="1547602452" sldId="270"/>
            <ac:picMk id="5" creationId="{393EBB02-D24E-14DE-0F83-CED9E30D476C}"/>
          </ac:picMkLst>
        </pc:picChg>
      </pc:sldChg>
      <pc:sldChg chg="addSp modSp new mod modTransition setBg">
        <pc:chgData name="Yogesh S" userId="6129f0e95a6fb857" providerId="LiveId" clId="{3657D585-5B76-42AE-9F96-21E68B456DA9}" dt="2026-03-25T21:11:17.732" v="2216"/>
        <pc:sldMkLst>
          <pc:docMk/>
          <pc:sldMk cId="2562432964" sldId="271"/>
        </pc:sldMkLst>
        <pc:spChg chg="add mod">
          <ac:chgData name="Yogesh S" userId="6129f0e95a6fb857" providerId="LiveId" clId="{3657D585-5B76-42AE-9F96-21E68B456DA9}" dt="2026-03-25T18:40:21.475" v="863" actId="403"/>
          <ac:spMkLst>
            <pc:docMk/>
            <pc:sldMk cId="2562432964" sldId="271"/>
            <ac:spMk id="5" creationId="{48DD5C16-2AA7-C74F-587F-6C3232E1B196}"/>
          </ac:spMkLst>
        </pc:spChg>
        <pc:spChg chg="add mod">
          <ac:chgData name="Yogesh S" userId="6129f0e95a6fb857" providerId="LiveId" clId="{3657D585-5B76-42AE-9F96-21E68B456DA9}" dt="2026-03-25T18:40:14.810" v="859" actId="207"/>
          <ac:spMkLst>
            <pc:docMk/>
            <pc:sldMk cId="2562432964" sldId="271"/>
            <ac:spMk id="7" creationId="{AC61E6A0-EF56-E280-7246-1704EADE11FA}"/>
          </ac:spMkLst>
        </pc:spChg>
        <pc:picChg chg="add mod modCrop">
          <ac:chgData name="Yogesh S" userId="6129f0e95a6fb857" providerId="LiveId" clId="{3657D585-5B76-42AE-9F96-21E68B456DA9}" dt="2026-03-25T19:54:43.258" v="1556" actId="14100"/>
          <ac:picMkLst>
            <pc:docMk/>
            <pc:sldMk cId="2562432964" sldId="271"/>
            <ac:picMk id="3" creationId="{1771B567-0643-DD40-7BD5-A555E038C4FF}"/>
          </ac:picMkLst>
        </pc:picChg>
      </pc:sldChg>
      <pc:sldChg chg="addSp modSp new mod modTransition setBg">
        <pc:chgData name="Yogesh S" userId="6129f0e95a6fb857" providerId="LiveId" clId="{3657D585-5B76-42AE-9F96-21E68B456DA9}" dt="2026-03-25T21:11:21.422" v="2217"/>
        <pc:sldMkLst>
          <pc:docMk/>
          <pc:sldMk cId="2948611887" sldId="272"/>
        </pc:sldMkLst>
        <pc:spChg chg="add mod">
          <ac:chgData name="Yogesh S" userId="6129f0e95a6fb857" providerId="LiveId" clId="{3657D585-5B76-42AE-9F96-21E68B456DA9}" dt="2026-03-25T18:57:21.466" v="876" actId="403"/>
          <ac:spMkLst>
            <pc:docMk/>
            <pc:sldMk cId="2948611887" sldId="272"/>
            <ac:spMk id="3" creationId="{837EF499-0174-3FC3-EF84-A9F7EC94181C}"/>
          </ac:spMkLst>
        </pc:spChg>
        <pc:spChg chg="add mod">
          <ac:chgData name="Yogesh S" userId="6129f0e95a6fb857" providerId="LiveId" clId="{3657D585-5B76-42AE-9F96-21E68B456DA9}" dt="2026-03-25T20:02:18.127" v="1756" actId="20577"/>
          <ac:spMkLst>
            <pc:docMk/>
            <pc:sldMk cId="2948611887" sldId="272"/>
            <ac:spMk id="9" creationId="{D2547E14-DF71-688B-DE23-0743A9F6E69C}"/>
          </ac:spMkLst>
        </pc:spChg>
        <pc:picChg chg="add mod modCrop">
          <ac:chgData name="Yogesh S" userId="6129f0e95a6fb857" providerId="LiveId" clId="{3657D585-5B76-42AE-9F96-21E68B456DA9}" dt="2026-03-25T19:54:55.709" v="1562" actId="1076"/>
          <ac:picMkLst>
            <pc:docMk/>
            <pc:sldMk cId="2948611887" sldId="272"/>
            <ac:picMk id="7" creationId="{1159925D-7651-1724-A7C0-A8CBC3E7AEC9}"/>
          </ac:picMkLst>
        </pc:picChg>
      </pc:sldChg>
      <pc:sldChg chg="addSp modSp new mod modTransition setBg">
        <pc:chgData name="Yogesh S" userId="6129f0e95a6fb857" providerId="LiveId" clId="{3657D585-5B76-42AE-9F96-21E68B456DA9}" dt="2026-03-25T21:11:24.693" v="2218"/>
        <pc:sldMkLst>
          <pc:docMk/>
          <pc:sldMk cId="1731828601" sldId="273"/>
        </pc:sldMkLst>
        <pc:spChg chg="add mod">
          <ac:chgData name="Yogesh S" userId="6129f0e95a6fb857" providerId="LiveId" clId="{3657D585-5B76-42AE-9F96-21E68B456DA9}" dt="2026-03-25T19:01:47.130" v="929" actId="1076"/>
          <ac:spMkLst>
            <pc:docMk/>
            <pc:sldMk cId="1731828601" sldId="273"/>
            <ac:spMk id="5" creationId="{1793190D-3F3E-29E9-D7AA-0F680FF70841}"/>
          </ac:spMkLst>
        </pc:spChg>
        <pc:spChg chg="add mod">
          <ac:chgData name="Yogesh S" userId="6129f0e95a6fb857" providerId="LiveId" clId="{3657D585-5B76-42AE-9F96-21E68B456DA9}" dt="2026-03-25T19:04:13.776" v="966" actId="12"/>
          <ac:spMkLst>
            <pc:docMk/>
            <pc:sldMk cId="1731828601" sldId="273"/>
            <ac:spMk id="7" creationId="{F23C148E-F072-A35D-66CD-E2172CB36EB9}"/>
          </ac:spMkLst>
        </pc:spChg>
        <pc:picChg chg="add mod modCrop">
          <ac:chgData name="Yogesh S" userId="6129f0e95a6fb857" providerId="LiveId" clId="{3657D585-5B76-42AE-9F96-21E68B456DA9}" dt="2026-03-25T19:55:09.457" v="1569" actId="1076"/>
          <ac:picMkLst>
            <pc:docMk/>
            <pc:sldMk cId="1731828601" sldId="273"/>
            <ac:picMk id="3" creationId="{5C9EE30F-D0C2-F104-1F77-E95B6CAC1EF3}"/>
          </ac:picMkLst>
        </pc:picChg>
      </pc:sldChg>
      <pc:sldChg chg="addSp delSp modSp new mod modTransition setBg">
        <pc:chgData name="Yogesh S" userId="6129f0e95a6fb857" providerId="LiveId" clId="{3657D585-5B76-42AE-9F96-21E68B456DA9}" dt="2026-03-25T21:11:33.094" v="2224"/>
        <pc:sldMkLst>
          <pc:docMk/>
          <pc:sldMk cId="1658653566" sldId="274"/>
        </pc:sldMkLst>
        <pc:spChg chg="add mod">
          <ac:chgData name="Yogesh S" userId="6129f0e95a6fb857" providerId="LiveId" clId="{3657D585-5B76-42AE-9F96-21E68B456DA9}" dt="2026-03-25T19:02:52.501" v="940" actId="1076"/>
          <ac:spMkLst>
            <pc:docMk/>
            <pc:sldMk cId="1658653566" sldId="274"/>
            <ac:spMk id="3" creationId="{65EADE69-0185-DD23-4F32-F86BD7DC2F72}"/>
          </ac:spMkLst>
        </pc:spChg>
        <pc:spChg chg="add mod">
          <ac:chgData name="Yogesh S" userId="6129f0e95a6fb857" providerId="LiveId" clId="{3657D585-5B76-42AE-9F96-21E68B456DA9}" dt="2026-03-25T19:04:01.822" v="964" actId="12"/>
          <ac:spMkLst>
            <pc:docMk/>
            <pc:sldMk cId="1658653566" sldId="274"/>
            <ac:spMk id="9" creationId="{637AFF5D-E10D-7E83-43FE-CC574DC965D9}"/>
          </ac:spMkLst>
        </pc:spChg>
        <pc:picChg chg="add mod modCrop">
          <ac:chgData name="Yogesh S" userId="6129f0e95a6fb857" providerId="LiveId" clId="{3657D585-5B76-42AE-9F96-21E68B456DA9}" dt="2026-03-25T19:55:26.280" v="1574" actId="1076"/>
          <ac:picMkLst>
            <pc:docMk/>
            <pc:sldMk cId="1658653566" sldId="274"/>
            <ac:picMk id="7" creationId="{6E029032-4851-BE63-95F4-B0BAD1C3F576}"/>
          </ac:picMkLst>
        </pc:picChg>
      </pc:sldChg>
      <pc:sldChg chg="addSp modSp new mod modTransition setBg">
        <pc:chgData name="Yogesh S" userId="6129f0e95a6fb857" providerId="LiveId" clId="{3657D585-5B76-42AE-9F96-21E68B456DA9}" dt="2026-03-25T21:11:37.261" v="2225"/>
        <pc:sldMkLst>
          <pc:docMk/>
          <pc:sldMk cId="358024457" sldId="275"/>
        </pc:sldMkLst>
        <pc:spChg chg="add mod">
          <ac:chgData name="Yogesh S" userId="6129f0e95a6fb857" providerId="LiveId" clId="{3657D585-5B76-42AE-9F96-21E68B456DA9}" dt="2026-03-25T19:06:04.155" v="985" actId="1076"/>
          <ac:spMkLst>
            <pc:docMk/>
            <pc:sldMk cId="358024457" sldId="275"/>
            <ac:spMk id="5" creationId="{17D2423F-5EA1-0429-86A6-EFF164AC61CE}"/>
          </ac:spMkLst>
        </pc:spChg>
        <pc:spChg chg="add mod">
          <ac:chgData name="Yogesh S" userId="6129f0e95a6fb857" providerId="LiveId" clId="{3657D585-5B76-42AE-9F96-21E68B456DA9}" dt="2026-03-25T19:06:39.279" v="998" actId="1076"/>
          <ac:spMkLst>
            <pc:docMk/>
            <pc:sldMk cId="358024457" sldId="275"/>
            <ac:spMk id="7" creationId="{17386222-277B-9CD5-3A28-675A953CBD9D}"/>
          </ac:spMkLst>
        </pc:spChg>
        <pc:picChg chg="add mod modCrop">
          <ac:chgData name="Yogesh S" userId="6129f0e95a6fb857" providerId="LiveId" clId="{3657D585-5B76-42AE-9F96-21E68B456DA9}" dt="2026-03-25T19:55:36.030" v="1579" actId="1076"/>
          <ac:picMkLst>
            <pc:docMk/>
            <pc:sldMk cId="358024457" sldId="275"/>
            <ac:picMk id="3" creationId="{9BA09446-436E-2554-5E8B-73CC133ADE74}"/>
          </ac:picMkLst>
        </pc:picChg>
      </pc:sldChg>
      <pc:sldChg chg="addSp modSp new mod modTransition setBg">
        <pc:chgData name="Yogesh S" userId="6129f0e95a6fb857" providerId="LiveId" clId="{3657D585-5B76-42AE-9F96-21E68B456DA9}" dt="2026-03-25T21:11:41.100" v="2226"/>
        <pc:sldMkLst>
          <pc:docMk/>
          <pc:sldMk cId="1176840593" sldId="276"/>
        </pc:sldMkLst>
        <pc:spChg chg="add mod">
          <ac:chgData name="Yogesh S" userId="6129f0e95a6fb857" providerId="LiveId" clId="{3657D585-5B76-42AE-9F96-21E68B456DA9}" dt="2026-03-25T19:08:36.282" v="1021" actId="1076"/>
          <ac:spMkLst>
            <pc:docMk/>
            <pc:sldMk cId="1176840593" sldId="276"/>
            <ac:spMk id="5" creationId="{74C41CCC-71CF-9CFF-0C7D-BAE1860103B2}"/>
          </ac:spMkLst>
        </pc:spChg>
        <pc:spChg chg="add mod">
          <ac:chgData name="Yogesh S" userId="6129f0e95a6fb857" providerId="LiveId" clId="{3657D585-5B76-42AE-9F96-21E68B456DA9}" dt="2026-03-25T19:55:51.182" v="1585" actId="1076"/>
          <ac:spMkLst>
            <pc:docMk/>
            <pc:sldMk cId="1176840593" sldId="276"/>
            <ac:spMk id="6" creationId="{3430FA4C-6476-3C9D-288B-7A9CF8015A40}"/>
          </ac:spMkLst>
        </pc:spChg>
        <pc:picChg chg="add mod modCrop">
          <ac:chgData name="Yogesh S" userId="6129f0e95a6fb857" providerId="LiveId" clId="{3657D585-5B76-42AE-9F96-21E68B456DA9}" dt="2026-03-25T19:55:48.781" v="1584" actId="1076"/>
          <ac:picMkLst>
            <pc:docMk/>
            <pc:sldMk cId="1176840593" sldId="276"/>
            <ac:picMk id="3" creationId="{7CA8978E-AF56-D5E7-E648-795A2468CB0A}"/>
          </ac:picMkLst>
        </pc:picChg>
      </pc:sldChg>
      <pc:sldChg chg="addSp modSp new mod modTransition setBg">
        <pc:chgData name="Yogesh S" userId="6129f0e95a6fb857" providerId="LiveId" clId="{3657D585-5B76-42AE-9F96-21E68B456DA9}" dt="2026-03-25T21:11:45.355" v="2227"/>
        <pc:sldMkLst>
          <pc:docMk/>
          <pc:sldMk cId="2892505269" sldId="277"/>
        </pc:sldMkLst>
        <pc:spChg chg="add mod">
          <ac:chgData name="Yogesh S" userId="6129f0e95a6fb857" providerId="LiveId" clId="{3657D585-5B76-42AE-9F96-21E68B456DA9}" dt="2026-03-25T19:11:02.801" v="1060" actId="1076"/>
          <ac:spMkLst>
            <pc:docMk/>
            <pc:sldMk cId="2892505269" sldId="277"/>
            <ac:spMk id="5" creationId="{9E5B8640-A590-029D-E6EA-A4CFB6688596}"/>
          </ac:spMkLst>
        </pc:spChg>
        <pc:spChg chg="add mod">
          <ac:chgData name="Yogesh S" userId="6129f0e95a6fb857" providerId="LiveId" clId="{3657D585-5B76-42AE-9F96-21E68B456DA9}" dt="2026-03-25T19:11:26.883" v="1069" actId="1076"/>
          <ac:spMkLst>
            <pc:docMk/>
            <pc:sldMk cId="2892505269" sldId="277"/>
            <ac:spMk id="7" creationId="{D2813FBA-DBC2-5A95-4C0D-9CC21F836226}"/>
          </ac:spMkLst>
        </pc:spChg>
        <pc:picChg chg="add mod modCrop">
          <ac:chgData name="Yogesh S" userId="6129f0e95a6fb857" providerId="LiveId" clId="{3657D585-5B76-42AE-9F96-21E68B456DA9}" dt="2026-03-25T19:56:05.476" v="1593" actId="1076"/>
          <ac:picMkLst>
            <pc:docMk/>
            <pc:sldMk cId="2892505269" sldId="277"/>
            <ac:picMk id="3" creationId="{CDC35E00-047B-0C1A-D915-D8CD721A9B77}"/>
          </ac:picMkLst>
        </pc:picChg>
      </pc:sldChg>
      <pc:sldChg chg="addSp modSp new mod modTransition setBg">
        <pc:chgData name="Yogesh S" userId="6129f0e95a6fb857" providerId="LiveId" clId="{3657D585-5B76-42AE-9F96-21E68B456DA9}" dt="2026-03-25T21:11:50.553" v="2228"/>
        <pc:sldMkLst>
          <pc:docMk/>
          <pc:sldMk cId="880661405" sldId="278"/>
        </pc:sldMkLst>
        <pc:spChg chg="add mod">
          <ac:chgData name="Yogesh S" userId="6129f0e95a6fb857" providerId="LiveId" clId="{3657D585-5B76-42AE-9F96-21E68B456DA9}" dt="2026-03-25T19:12:39.582" v="1088" actId="1076"/>
          <ac:spMkLst>
            <pc:docMk/>
            <pc:sldMk cId="880661405" sldId="278"/>
            <ac:spMk id="5" creationId="{09558B3D-6746-DDB5-545D-0ECEDC7897AC}"/>
          </ac:spMkLst>
        </pc:spChg>
        <pc:spChg chg="add mod">
          <ac:chgData name="Yogesh S" userId="6129f0e95a6fb857" providerId="LiveId" clId="{3657D585-5B76-42AE-9F96-21E68B456DA9}" dt="2026-03-25T19:56:20.552" v="1600" actId="1076"/>
          <ac:spMkLst>
            <pc:docMk/>
            <pc:sldMk cId="880661405" sldId="278"/>
            <ac:spMk id="6" creationId="{A4CE2E44-07CA-9157-D0D4-D37D0B21EAEB}"/>
          </ac:spMkLst>
        </pc:spChg>
        <pc:picChg chg="add mod modCrop">
          <ac:chgData name="Yogesh S" userId="6129f0e95a6fb857" providerId="LiveId" clId="{3657D585-5B76-42AE-9F96-21E68B456DA9}" dt="2026-03-25T19:56:18.669" v="1599" actId="1076"/>
          <ac:picMkLst>
            <pc:docMk/>
            <pc:sldMk cId="880661405" sldId="278"/>
            <ac:picMk id="3" creationId="{4238FB9A-97E0-EAD7-D8D8-0A2314C92733}"/>
          </ac:picMkLst>
        </pc:picChg>
      </pc:sldChg>
      <pc:sldChg chg="addSp modSp new mod modTransition setBg">
        <pc:chgData name="Yogesh S" userId="6129f0e95a6fb857" providerId="LiveId" clId="{3657D585-5B76-42AE-9F96-21E68B456DA9}" dt="2026-03-25T21:11:53.905" v="2229"/>
        <pc:sldMkLst>
          <pc:docMk/>
          <pc:sldMk cId="261959876" sldId="279"/>
        </pc:sldMkLst>
        <pc:spChg chg="add mod">
          <ac:chgData name="Yogesh S" userId="6129f0e95a6fb857" providerId="LiveId" clId="{3657D585-5B76-42AE-9F96-21E68B456DA9}" dt="2026-03-25T19:15:57.657" v="1122" actId="1076"/>
          <ac:spMkLst>
            <pc:docMk/>
            <pc:sldMk cId="261959876" sldId="279"/>
            <ac:spMk id="5" creationId="{0CB91C23-11C4-813B-230C-2405C76FAF69}"/>
          </ac:spMkLst>
        </pc:spChg>
        <pc:spChg chg="add mod">
          <ac:chgData name="Yogesh S" userId="6129f0e95a6fb857" providerId="LiveId" clId="{3657D585-5B76-42AE-9F96-21E68B456DA9}" dt="2026-03-25T19:16:49.728" v="1137" actId="207"/>
          <ac:spMkLst>
            <pc:docMk/>
            <pc:sldMk cId="261959876" sldId="279"/>
            <ac:spMk id="6" creationId="{AF908658-4D77-8E00-0AD7-7F249E521140}"/>
          </ac:spMkLst>
        </pc:spChg>
        <pc:picChg chg="add mod">
          <ac:chgData name="Yogesh S" userId="6129f0e95a6fb857" providerId="LiveId" clId="{3657D585-5B76-42AE-9F96-21E68B456DA9}" dt="2026-03-25T19:56:44.530" v="1613" actId="14100"/>
          <ac:picMkLst>
            <pc:docMk/>
            <pc:sldMk cId="261959876" sldId="279"/>
            <ac:picMk id="3" creationId="{E8A58069-273E-FA41-6580-3F85D15F7CE7}"/>
          </ac:picMkLst>
        </pc:picChg>
      </pc:sldChg>
      <pc:sldChg chg="addSp modSp new mod modTransition setBg">
        <pc:chgData name="Yogesh S" userId="6129f0e95a6fb857" providerId="LiveId" clId="{3657D585-5B76-42AE-9F96-21E68B456DA9}" dt="2026-03-25T21:11:57.761" v="2230"/>
        <pc:sldMkLst>
          <pc:docMk/>
          <pc:sldMk cId="4156654838" sldId="280"/>
        </pc:sldMkLst>
        <pc:spChg chg="add mod">
          <ac:chgData name="Yogesh S" userId="6129f0e95a6fb857" providerId="LiveId" clId="{3657D585-5B76-42AE-9F96-21E68B456DA9}" dt="2026-03-25T19:18:15.834" v="1158" actId="1076"/>
          <ac:spMkLst>
            <pc:docMk/>
            <pc:sldMk cId="4156654838" sldId="280"/>
            <ac:spMk id="5" creationId="{527BCCAA-F8B6-EF78-6C4F-FEEFA6E31BFE}"/>
          </ac:spMkLst>
        </pc:spChg>
        <pc:spChg chg="add mod">
          <ac:chgData name="Yogesh S" userId="6129f0e95a6fb857" providerId="LiveId" clId="{3657D585-5B76-42AE-9F96-21E68B456DA9}" dt="2026-03-25T19:19:08.396" v="1174" actId="207"/>
          <ac:spMkLst>
            <pc:docMk/>
            <pc:sldMk cId="4156654838" sldId="280"/>
            <ac:spMk id="6" creationId="{AB460461-7FD8-45DD-2D6D-415AA49C112B}"/>
          </ac:spMkLst>
        </pc:spChg>
        <pc:picChg chg="add mod modCrop">
          <ac:chgData name="Yogesh S" userId="6129f0e95a6fb857" providerId="LiveId" clId="{3657D585-5B76-42AE-9F96-21E68B456DA9}" dt="2026-03-25T19:56:57.033" v="1619" actId="1076"/>
          <ac:picMkLst>
            <pc:docMk/>
            <pc:sldMk cId="4156654838" sldId="280"/>
            <ac:picMk id="3" creationId="{9A028911-D0A6-F018-0719-B0A847B9EE03}"/>
          </ac:picMkLst>
        </pc:picChg>
      </pc:sldChg>
      <pc:sldChg chg="addSp modSp new mod modTransition setBg">
        <pc:chgData name="Yogesh S" userId="6129f0e95a6fb857" providerId="LiveId" clId="{3657D585-5B76-42AE-9F96-21E68B456DA9}" dt="2026-03-25T21:12:03.013" v="2231"/>
        <pc:sldMkLst>
          <pc:docMk/>
          <pc:sldMk cId="2902371148" sldId="281"/>
        </pc:sldMkLst>
        <pc:spChg chg="add mod">
          <ac:chgData name="Yogesh S" userId="6129f0e95a6fb857" providerId="LiveId" clId="{3657D585-5B76-42AE-9F96-21E68B456DA9}" dt="2026-03-25T19:21:34.990" v="1195" actId="403"/>
          <ac:spMkLst>
            <pc:docMk/>
            <pc:sldMk cId="2902371148" sldId="281"/>
            <ac:spMk id="5" creationId="{6393C90F-D93C-04B2-22FB-189AE9658855}"/>
          </ac:spMkLst>
        </pc:spChg>
        <pc:spChg chg="add mod">
          <ac:chgData name="Yogesh S" userId="6129f0e95a6fb857" providerId="LiveId" clId="{3657D585-5B76-42AE-9F96-21E68B456DA9}" dt="2026-03-25T19:57:14.838" v="1626" actId="1076"/>
          <ac:spMkLst>
            <pc:docMk/>
            <pc:sldMk cId="2902371148" sldId="281"/>
            <ac:spMk id="6" creationId="{AA3DAC62-96C2-029A-552B-AD4554AC7108}"/>
          </ac:spMkLst>
        </pc:spChg>
        <pc:picChg chg="add mod modCrop">
          <ac:chgData name="Yogesh S" userId="6129f0e95a6fb857" providerId="LiveId" clId="{3657D585-5B76-42AE-9F96-21E68B456DA9}" dt="2026-03-25T19:57:12.348" v="1625" actId="1076"/>
          <ac:picMkLst>
            <pc:docMk/>
            <pc:sldMk cId="2902371148" sldId="281"/>
            <ac:picMk id="3" creationId="{42648737-E9A6-6971-8CAE-E262D768204D}"/>
          </ac:picMkLst>
        </pc:picChg>
      </pc:sldChg>
      <pc:sldChg chg="addSp modSp new mod modTransition setBg">
        <pc:chgData name="Yogesh S" userId="6129f0e95a6fb857" providerId="LiveId" clId="{3657D585-5B76-42AE-9F96-21E68B456DA9}" dt="2026-03-25T21:12:05.845" v="2232"/>
        <pc:sldMkLst>
          <pc:docMk/>
          <pc:sldMk cId="732114666" sldId="282"/>
        </pc:sldMkLst>
        <pc:spChg chg="add mod">
          <ac:chgData name="Yogesh S" userId="6129f0e95a6fb857" providerId="LiveId" clId="{3657D585-5B76-42AE-9F96-21E68B456DA9}" dt="2026-03-25T19:25:07.155" v="1241" actId="1076"/>
          <ac:spMkLst>
            <pc:docMk/>
            <pc:sldMk cId="732114666" sldId="282"/>
            <ac:spMk id="5" creationId="{B9E9A3DB-6710-53A7-2A71-9A873F8FB2F9}"/>
          </ac:spMkLst>
        </pc:spChg>
        <pc:spChg chg="add mod">
          <ac:chgData name="Yogesh S" userId="6129f0e95a6fb857" providerId="LiveId" clId="{3657D585-5B76-42AE-9F96-21E68B456DA9}" dt="2026-03-25T19:57:26.645" v="1633" actId="1076"/>
          <ac:spMkLst>
            <pc:docMk/>
            <pc:sldMk cId="732114666" sldId="282"/>
            <ac:spMk id="6" creationId="{63B1D401-ECD1-0098-5B51-00C78C95A827}"/>
          </ac:spMkLst>
        </pc:spChg>
        <pc:picChg chg="add mod modCrop">
          <ac:chgData name="Yogesh S" userId="6129f0e95a6fb857" providerId="LiveId" clId="{3657D585-5B76-42AE-9F96-21E68B456DA9}" dt="2026-03-25T19:57:24.634" v="1632" actId="1076"/>
          <ac:picMkLst>
            <pc:docMk/>
            <pc:sldMk cId="732114666" sldId="282"/>
            <ac:picMk id="3" creationId="{88C6F1EE-C055-FC68-1606-D1B4133E45DB}"/>
          </ac:picMkLst>
        </pc:picChg>
      </pc:sldChg>
      <pc:sldChg chg="addSp modSp new mod modTransition setBg">
        <pc:chgData name="Yogesh S" userId="6129f0e95a6fb857" providerId="LiveId" clId="{3657D585-5B76-42AE-9F96-21E68B456DA9}" dt="2026-03-25T21:12:09.484" v="2233"/>
        <pc:sldMkLst>
          <pc:docMk/>
          <pc:sldMk cId="1407249783" sldId="283"/>
        </pc:sldMkLst>
        <pc:spChg chg="add mod">
          <ac:chgData name="Yogesh S" userId="6129f0e95a6fb857" providerId="LiveId" clId="{3657D585-5B76-42AE-9F96-21E68B456DA9}" dt="2026-03-25T19:28:18.411" v="1278" actId="1076"/>
          <ac:spMkLst>
            <pc:docMk/>
            <pc:sldMk cId="1407249783" sldId="283"/>
            <ac:spMk id="5" creationId="{2BAAA94D-EC19-EDA7-5DBA-7C58F8BA19CC}"/>
          </ac:spMkLst>
        </pc:spChg>
        <pc:spChg chg="add mod">
          <ac:chgData name="Yogesh S" userId="6129f0e95a6fb857" providerId="LiveId" clId="{3657D585-5B76-42AE-9F96-21E68B456DA9}" dt="2026-03-25T19:57:37.579" v="1640" actId="1076"/>
          <ac:spMkLst>
            <pc:docMk/>
            <pc:sldMk cId="1407249783" sldId="283"/>
            <ac:spMk id="6" creationId="{C4B34F6D-7270-B3C6-0B96-6529585A3DAB}"/>
          </ac:spMkLst>
        </pc:spChg>
        <pc:picChg chg="add mod modCrop">
          <ac:chgData name="Yogesh S" userId="6129f0e95a6fb857" providerId="LiveId" clId="{3657D585-5B76-42AE-9F96-21E68B456DA9}" dt="2026-03-25T19:57:36.086" v="1639" actId="1076"/>
          <ac:picMkLst>
            <pc:docMk/>
            <pc:sldMk cId="1407249783" sldId="283"/>
            <ac:picMk id="3" creationId="{4BC774A8-AE5D-6B23-85DC-BC9A93F5A4A0}"/>
          </ac:picMkLst>
        </pc:picChg>
      </pc:sldChg>
      <pc:sldChg chg="addSp modSp new mod modTransition setBg">
        <pc:chgData name="Yogesh S" userId="6129f0e95a6fb857" providerId="LiveId" clId="{3657D585-5B76-42AE-9F96-21E68B456DA9}" dt="2026-03-25T21:12:13.910" v="2234"/>
        <pc:sldMkLst>
          <pc:docMk/>
          <pc:sldMk cId="1342908822" sldId="284"/>
        </pc:sldMkLst>
        <pc:spChg chg="add mod">
          <ac:chgData name="Yogesh S" userId="6129f0e95a6fb857" providerId="LiveId" clId="{3657D585-5B76-42AE-9F96-21E68B456DA9}" dt="2026-03-25T19:32:21.339" v="1311" actId="1076"/>
          <ac:spMkLst>
            <pc:docMk/>
            <pc:sldMk cId="1342908822" sldId="284"/>
            <ac:spMk id="5" creationId="{169C0EC0-A43C-94FB-92CA-709F6FD18994}"/>
          </ac:spMkLst>
        </pc:spChg>
        <pc:spChg chg="add mod">
          <ac:chgData name="Yogesh S" userId="6129f0e95a6fb857" providerId="LiveId" clId="{3657D585-5B76-42AE-9F96-21E68B456DA9}" dt="2026-03-25T19:57:50.353" v="1653" actId="1076"/>
          <ac:spMkLst>
            <pc:docMk/>
            <pc:sldMk cId="1342908822" sldId="284"/>
            <ac:spMk id="6" creationId="{A104D5FD-4468-B0AF-DDC6-41A9B88B52E6}"/>
          </ac:spMkLst>
        </pc:spChg>
        <pc:picChg chg="add mod modCrop">
          <ac:chgData name="Yogesh S" userId="6129f0e95a6fb857" providerId="LiveId" clId="{3657D585-5B76-42AE-9F96-21E68B456DA9}" dt="2026-03-25T19:57:52.429" v="1654" actId="1076"/>
          <ac:picMkLst>
            <pc:docMk/>
            <pc:sldMk cId="1342908822" sldId="284"/>
            <ac:picMk id="3" creationId="{734A58E4-5935-7CD2-62C0-F3BCEADA504B}"/>
          </ac:picMkLst>
        </pc:picChg>
      </pc:sldChg>
      <pc:sldChg chg="addSp modSp new mod modTransition setBg">
        <pc:chgData name="Yogesh S" userId="6129f0e95a6fb857" providerId="LiveId" clId="{3657D585-5B76-42AE-9F96-21E68B456DA9}" dt="2026-03-25T21:12:18.911" v="2237"/>
        <pc:sldMkLst>
          <pc:docMk/>
          <pc:sldMk cId="766767413" sldId="285"/>
        </pc:sldMkLst>
        <pc:spChg chg="add mod">
          <ac:chgData name="Yogesh S" userId="6129f0e95a6fb857" providerId="LiveId" clId="{3657D585-5B76-42AE-9F96-21E68B456DA9}" dt="2026-03-25T19:41:17.328" v="1345" actId="1076"/>
          <ac:spMkLst>
            <pc:docMk/>
            <pc:sldMk cId="766767413" sldId="285"/>
            <ac:spMk id="5" creationId="{84B652D9-456D-FCD4-BAAA-CCAA4B5D6DBE}"/>
          </ac:spMkLst>
        </pc:spChg>
        <pc:spChg chg="add mod">
          <ac:chgData name="Yogesh S" userId="6129f0e95a6fb857" providerId="LiveId" clId="{3657D585-5B76-42AE-9F96-21E68B456DA9}" dt="2026-03-25T19:58:12.814" v="1661" actId="1076"/>
          <ac:spMkLst>
            <pc:docMk/>
            <pc:sldMk cId="766767413" sldId="285"/>
            <ac:spMk id="7" creationId="{59B964A7-645A-DCC7-F660-7561AA6B6CB1}"/>
          </ac:spMkLst>
        </pc:spChg>
        <pc:picChg chg="add mod modCrop">
          <ac:chgData name="Yogesh S" userId="6129f0e95a6fb857" providerId="LiveId" clId="{3657D585-5B76-42AE-9F96-21E68B456DA9}" dt="2026-03-25T19:58:10.679" v="1660" actId="1076"/>
          <ac:picMkLst>
            <pc:docMk/>
            <pc:sldMk cId="766767413" sldId="285"/>
            <ac:picMk id="3" creationId="{96556731-A726-2FAF-22F6-43B8C17CC900}"/>
          </ac:picMkLst>
        </pc:picChg>
      </pc:sldChg>
      <pc:sldChg chg="addSp modSp new mod modTransition setBg">
        <pc:chgData name="Yogesh S" userId="6129f0e95a6fb857" providerId="LiveId" clId="{3657D585-5B76-42AE-9F96-21E68B456DA9}" dt="2026-03-25T21:12:22.564" v="2238"/>
        <pc:sldMkLst>
          <pc:docMk/>
          <pc:sldMk cId="433157773" sldId="286"/>
        </pc:sldMkLst>
        <pc:spChg chg="add mod">
          <ac:chgData name="Yogesh S" userId="6129f0e95a6fb857" providerId="LiveId" clId="{3657D585-5B76-42AE-9F96-21E68B456DA9}" dt="2026-03-25T19:43:08.009" v="1373" actId="1076"/>
          <ac:spMkLst>
            <pc:docMk/>
            <pc:sldMk cId="433157773" sldId="286"/>
            <ac:spMk id="5" creationId="{BF4BF425-7F97-2439-A0DD-14F94B65A7A5}"/>
          </ac:spMkLst>
        </pc:spChg>
        <pc:spChg chg="add mod">
          <ac:chgData name="Yogesh S" userId="6129f0e95a6fb857" providerId="LiveId" clId="{3657D585-5B76-42AE-9F96-21E68B456DA9}" dt="2026-03-25T19:58:22.806" v="1668" actId="1076"/>
          <ac:spMkLst>
            <pc:docMk/>
            <pc:sldMk cId="433157773" sldId="286"/>
            <ac:spMk id="6" creationId="{52BF3740-E510-2871-147A-05062B14DF21}"/>
          </ac:spMkLst>
        </pc:spChg>
        <pc:picChg chg="add mod modCrop">
          <ac:chgData name="Yogesh S" userId="6129f0e95a6fb857" providerId="LiveId" clId="{3657D585-5B76-42AE-9F96-21E68B456DA9}" dt="2026-03-25T19:58:20.548" v="1667" actId="1076"/>
          <ac:picMkLst>
            <pc:docMk/>
            <pc:sldMk cId="433157773" sldId="286"/>
            <ac:picMk id="3" creationId="{4607A616-CB2F-6A90-7D22-81B2C574C61B}"/>
          </ac:picMkLst>
        </pc:picChg>
      </pc:sldChg>
      <pc:sldChg chg="addSp modSp new mod modTransition setBg">
        <pc:chgData name="Yogesh S" userId="6129f0e95a6fb857" providerId="LiveId" clId="{3657D585-5B76-42AE-9F96-21E68B456DA9}" dt="2026-03-25T21:12:26.441" v="2239"/>
        <pc:sldMkLst>
          <pc:docMk/>
          <pc:sldMk cId="3570576592" sldId="287"/>
        </pc:sldMkLst>
        <pc:spChg chg="add mod">
          <ac:chgData name="Yogesh S" userId="6129f0e95a6fb857" providerId="LiveId" clId="{3657D585-5B76-42AE-9F96-21E68B456DA9}" dt="2026-03-25T19:45:37.818" v="1413" actId="1076"/>
          <ac:spMkLst>
            <pc:docMk/>
            <pc:sldMk cId="3570576592" sldId="287"/>
            <ac:spMk id="5" creationId="{AEA50409-1EB8-29AA-16FA-CA123B821644}"/>
          </ac:spMkLst>
        </pc:spChg>
        <pc:spChg chg="add mod">
          <ac:chgData name="Yogesh S" userId="6129f0e95a6fb857" providerId="LiveId" clId="{3657D585-5B76-42AE-9F96-21E68B456DA9}" dt="2026-03-25T19:47:24.360" v="1441" actId="1076"/>
          <ac:spMkLst>
            <pc:docMk/>
            <pc:sldMk cId="3570576592" sldId="287"/>
            <ac:spMk id="6" creationId="{DCD3F55E-DCAC-B201-E6AF-114CF2AE9EF6}"/>
          </ac:spMkLst>
        </pc:spChg>
        <pc:picChg chg="add mod modCrop">
          <ac:chgData name="Yogesh S" userId="6129f0e95a6fb857" providerId="LiveId" clId="{3657D585-5B76-42AE-9F96-21E68B456DA9}" dt="2026-03-25T19:58:31.520" v="1672" actId="1076"/>
          <ac:picMkLst>
            <pc:docMk/>
            <pc:sldMk cId="3570576592" sldId="287"/>
            <ac:picMk id="3" creationId="{6C8139AF-CC20-98D7-7986-0EEA8F5BE1E2}"/>
          </ac:picMkLst>
        </pc:picChg>
      </pc:sldChg>
      <pc:sldChg chg="addSp modSp new mod modTransition setBg">
        <pc:chgData name="Yogesh S" userId="6129f0e95a6fb857" providerId="LiveId" clId="{3657D585-5B76-42AE-9F96-21E68B456DA9}" dt="2026-03-25T21:12:29.583" v="2240"/>
        <pc:sldMkLst>
          <pc:docMk/>
          <pc:sldMk cId="3310731401" sldId="288"/>
        </pc:sldMkLst>
        <pc:spChg chg="add mod">
          <ac:chgData name="Yogesh S" userId="6129f0e95a6fb857" providerId="LiveId" clId="{3657D585-5B76-42AE-9F96-21E68B456DA9}" dt="2026-03-25T19:48:43.516" v="1460" actId="1076"/>
          <ac:spMkLst>
            <pc:docMk/>
            <pc:sldMk cId="3310731401" sldId="288"/>
            <ac:spMk id="5" creationId="{51BBA7D4-B64C-3D93-96B7-06C99FF578C4}"/>
          </ac:spMkLst>
        </pc:spChg>
        <pc:spChg chg="add mod">
          <ac:chgData name="Yogesh S" userId="6129f0e95a6fb857" providerId="LiveId" clId="{3657D585-5B76-42AE-9F96-21E68B456DA9}" dt="2026-03-25T19:58:43.777" v="1678" actId="1076"/>
          <ac:spMkLst>
            <pc:docMk/>
            <pc:sldMk cId="3310731401" sldId="288"/>
            <ac:spMk id="6" creationId="{590A80FD-4CFB-1D66-CC91-C00D5B28CE9D}"/>
          </ac:spMkLst>
        </pc:spChg>
        <pc:picChg chg="add mod modCrop">
          <ac:chgData name="Yogesh S" userId="6129f0e95a6fb857" providerId="LiveId" clId="{3657D585-5B76-42AE-9F96-21E68B456DA9}" dt="2026-03-25T19:58:42.021" v="1677" actId="1076"/>
          <ac:picMkLst>
            <pc:docMk/>
            <pc:sldMk cId="3310731401" sldId="288"/>
            <ac:picMk id="3" creationId="{774AB6DD-8253-54CC-CC57-96EC50B63AAF}"/>
          </ac:picMkLst>
        </pc:picChg>
      </pc:sldChg>
      <pc:sldChg chg="addSp delSp modSp new mod modTransition setBg">
        <pc:chgData name="Yogesh S" userId="6129f0e95a6fb857" providerId="LiveId" clId="{3657D585-5B76-42AE-9F96-21E68B456DA9}" dt="2026-03-25T21:12:33.290" v="2241"/>
        <pc:sldMkLst>
          <pc:docMk/>
          <pc:sldMk cId="127023239" sldId="289"/>
        </pc:sldMkLst>
        <pc:spChg chg="add mod topLvl">
          <ac:chgData name="Yogesh S" userId="6129f0e95a6fb857" providerId="LiveId" clId="{3657D585-5B76-42AE-9F96-21E68B456DA9}" dt="2026-03-25T20:45:14.141" v="1985" actId="14100"/>
          <ac:spMkLst>
            <pc:docMk/>
            <pc:sldMk cId="127023239" sldId="289"/>
            <ac:spMk id="6" creationId="{83DA6758-36D3-1FE8-3126-5423EBE74034}"/>
          </ac:spMkLst>
        </pc:spChg>
        <pc:grpChg chg="add mod">
          <ac:chgData name="Yogesh S" userId="6129f0e95a6fb857" providerId="LiveId" clId="{3657D585-5B76-42AE-9F96-21E68B456DA9}" dt="2026-03-25T20:44:18.606" v="1973" actId="1076"/>
          <ac:grpSpMkLst>
            <pc:docMk/>
            <pc:sldMk cId="127023239" sldId="289"/>
            <ac:grpSpMk id="10" creationId="{45444C22-FA17-630E-26BB-6BCF2362F646}"/>
          </ac:grpSpMkLst>
        </pc:grpChg>
        <pc:graphicFrameChg chg="add mod modGraphic">
          <ac:chgData name="Yogesh S" userId="6129f0e95a6fb857" providerId="LiveId" clId="{3657D585-5B76-42AE-9F96-21E68B456DA9}" dt="2026-03-25T20:44:55.964" v="1982"/>
          <ac:graphicFrameMkLst>
            <pc:docMk/>
            <pc:sldMk cId="127023239" sldId="289"/>
            <ac:graphicFrameMk id="5" creationId="{F24486A0-3250-FC01-24B5-9EF7CB597DBB}"/>
          </ac:graphicFrameMkLst>
        </pc:graphicFrameChg>
        <pc:picChg chg="add mod topLvl">
          <ac:chgData name="Yogesh S" userId="6129f0e95a6fb857" providerId="LiveId" clId="{3657D585-5B76-42AE-9F96-21E68B456DA9}" dt="2026-03-25T20:44:05.931" v="1968" actId="164"/>
          <ac:picMkLst>
            <pc:docMk/>
            <pc:sldMk cId="127023239" sldId="289"/>
            <ac:picMk id="8" creationId="{C4092DD0-D726-A31B-B103-961C04CE0091}"/>
          </ac:picMkLst>
        </pc:picChg>
      </pc:sldChg>
      <pc:sldChg chg="addSp delSp modSp new mod modTransition setBg">
        <pc:chgData name="Yogesh S" userId="6129f0e95a6fb857" providerId="LiveId" clId="{3657D585-5B76-42AE-9F96-21E68B456DA9}" dt="2026-03-26T13:09:16.165" v="2408" actId="1076"/>
        <pc:sldMkLst>
          <pc:docMk/>
          <pc:sldMk cId="3013269187" sldId="290"/>
        </pc:sldMkLst>
        <pc:spChg chg="add mod">
          <ac:chgData name="Yogesh S" userId="6129f0e95a6fb857" providerId="LiveId" clId="{3657D585-5B76-42AE-9F96-21E68B456DA9}" dt="2026-03-26T13:08:55.270" v="2407" actId="14100"/>
          <ac:spMkLst>
            <pc:docMk/>
            <pc:sldMk cId="3013269187" sldId="290"/>
            <ac:spMk id="2" creationId="{8F9C0690-977A-E487-101C-336B9774BCC2}"/>
          </ac:spMkLst>
        </pc:spChg>
        <pc:spChg chg="add mod">
          <ac:chgData name="Yogesh S" userId="6129f0e95a6fb857" providerId="LiveId" clId="{3657D585-5B76-42AE-9F96-21E68B456DA9}" dt="2026-03-25T21:06:12.692" v="2170" actId="1076"/>
          <ac:spMkLst>
            <pc:docMk/>
            <pc:sldMk cId="3013269187" sldId="290"/>
            <ac:spMk id="14" creationId="{15DFCD88-5DE9-C558-2F50-070C74C0378B}"/>
          </ac:spMkLst>
        </pc:spChg>
        <pc:grpChg chg="add mod">
          <ac:chgData name="Yogesh S" userId="6129f0e95a6fb857" providerId="LiveId" clId="{3657D585-5B76-42AE-9F96-21E68B456DA9}" dt="2026-03-25T21:05:39.594" v="2163" actId="1076"/>
          <ac:grpSpMkLst>
            <pc:docMk/>
            <pc:sldMk cId="3013269187" sldId="290"/>
            <ac:grpSpMk id="17" creationId="{6FCF0DD0-8527-E576-63E8-B09BC8487FA0}"/>
          </ac:grpSpMkLst>
        </pc:grpChg>
        <pc:graphicFrameChg chg="add mod modGraphic">
          <ac:chgData name="Yogesh S" userId="6129f0e95a6fb857" providerId="LiveId" clId="{3657D585-5B76-42AE-9F96-21E68B456DA9}" dt="2026-03-26T13:08:39.392" v="2405" actId="1076"/>
          <ac:graphicFrameMkLst>
            <pc:docMk/>
            <pc:sldMk cId="3013269187" sldId="290"/>
            <ac:graphicFrameMk id="3" creationId="{E9C0B768-5CE3-445A-F3CA-5AD3F365BA20}"/>
          </ac:graphicFrameMkLst>
        </pc:graphicFrameChg>
        <pc:picChg chg="add mod">
          <ac:chgData name="Yogesh S" userId="6129f0e95a6fb857" providerId="LiveId" clId="{3657D585-5B76-42AE-9F96-21E68B456DA9}" dt="2026-03-26T13:09:16.165" v="2408" actId="1076"/>
          <ac:picMkLst>
            <pc:docMk/>
            <pc:sldMk cId="3013269187" sldId="290"/>
            <ac:picMk id="5" creationId="{851D4025-CB30-273B-FAEE-8F54627C3E32}"/>
          </ac:picMkLst>
        </pc:picChg>
        <pc:picChg chg="add mod">
          <ac:chgData name="Yogesh S" userId="6129f0e95a6fb857" providerId="LiveId" clId="{3657D585-5B76-42AE-9F96-21E68B456DA9}" dt="2026-03-25T21:05:31.138" v="2161" actId="164"/>
          <ac:picMkLst>
            <pc:docMk/>
            <pc:sldMk cId="3013269187" sldId="290"/>
            <ac:picMk id="16" creationId="{B5C662B7-E73E-0048-6FAD-1298D74A9157}"/>
          </ac:picMkLst>
        </pc:picChg>
      </pc:sldChg>
      <pc:sldChg chg="addSp delSp modSp new mod modTransition setBg">
        <pc:chgData name="Yogesh S" userId="6129f0e95a6fb857" providerId="LiveId" clId="{3657D585-5B76-42AE-9F96-21E68B456DA9}" dt="2026-03-26T15:37:20.488" v="2411" actId="1076"/>
        <pc:sldMkLst>
          <pc:docMk/>
          <pc:sldMk cId="1506459546" sldId="291"/>
        </pc:sldMkLst>
        <pc:spChg chg="mod">
          <ac:chgData name="Yogesh S" userId="6129f0e95a6fb857" providerId="LiveId" clId="{3657D585-5B76-42AE-9F96-21E68B456DA9}" dt="2026-03-26T12:52:44.048" v="2297" actId="2711"/>
          <ac:spMkLst>
            <pc:docMk/>
            <pc:sldMk cId="1506459546" sldId="291"/>
            <ac:spMk id="2" creationId="{E7177280-1DDE-AC89-5325-B8E57E4DD9EF}"/>
          </ac:spMkLst>
        </pc:spChg>
        <pc:spChg chg="del">
          <ac:chgData name="Yogesh S" userId="6129f0e95a6fb857" providerId="LiveId" clId="{3657D585-5B76-42AE-9F96-21E68B456DA9}" dt="2026-03-26T12:47:56.122" v="2280"/>
          <ac:spMkLst>
            <pc:docMk/>
            <pc:sldMk cId="1506459546" sldId="291"/>
            <ac:spMk id="3" creationId="{9A77554E-10AD-4BF1-1A9A-EA2959B775C0}"/>
          </ac:spMkLst>
        </pc:spChg>
        <pc:spChg chg="add mod">
          <ac:chgData name="Yogesh S" userId="6129f0e95a6fb857" providerId="LiveId" clId="{3657D585-5B76-42AE-9F96-21E68B456DA9}" dt="2026-03-26T15:37:20.488" v="2411" actId="1076"/>
          <ac:spMkLst>
            <pc:docMk/>
            <pc:sldMk cId="1506459546" sldId="291"/>
            <ac:spMk id="4" creationId="{9AB52E6E-7E2D-B77D-38D9-718DEB80905E}"/>
          </ac:spMkLst>
        </pc:spChg>
      </pc:sldChg>
      <pc:sldChg chg="modSp new mod modTransition setBg">
        <pc:chgData name="Yogesh S" userId="6129f0e95a6fb857" providerId="LiveId" clId="{3657D585-5B76-42AE-9F96-21E68B456DA9}" dt="2026-03-26T13:01:30.789" v="2373"/>
        <pc:sldMkLst>
          <pc:docMk/>
          <pc:sldMk cId="1098743033" sldId="292"/>
        </pc:sldMkLst>
        <pc:spChg chg="mod">
          <ac:chgData name="Yogesh S" userId="6129f0e95a6fb857" providerId="LiveId" clId="{3657D585-5B76-42AE-9F96-21E68B456DA9}" dt="2026-03-26T12:56:42.935" v="2330" actId="207"/>
          <ac:spMkLst>
            <pc:docMk/>
            <pc:sldMk cId="1098743033" sldId="292"/>
            <ac:spMk id="2" creationId="{9F6780CC-5B05-ACB7-27DE-F3305438167A}"/>
          </ac:spMkLst>
        </pc:spChg>
        <pc:spChg chg="mod">
          <ac:chgData name="Yogesh S" userId="6129f0e95a6fb857" providerId="LiveId" clId="{3657D585-5B76-42AE-9F96-21E68B456DA9}" dt="2026-03-26T12:56:32.694" v="2329" actId="207"/>
          <ac:spMkLst>
            <pc:docMk/>
            <pc:sldMk cId="1098743033" sldId="292"/>
            <ac:spMk id="3" creationId="{DA5F2331-AE30-F8FE-3E58-FACD489B23B4}"/>
          </ac:spMkLst>
        </pc:spChg>
      </pc:sldChg>
      <pc:sldChg chg="addSp delSp modSp add mod modTransition">
        <pc:chgData name="Yogesh S" userId="6129f0e95a6fb857" providerId="LiveId" clId="{3657D585-5B76-42AE-9F96-21E68B456DA9}" dt="2026-03-26T13:01:24.707" v="2368"/>
        <pc:sldMkLst>
          <pc:docMk/>
          <pc:sldMk cId="3190321700" sldId="293"/>
        </pc:sldMkLst>
        <pc:spChg chg="mod">
          <ac:chgData name="Yogesh S" userId="6129f0e95a6fb857" providerId="LiveId" clId="{3657D585-5B76-42AE-9F96-21E68B456DA9}" dt="2026-03-26T12:58:32.517" v="2338" actId="207"/>
          <ac:spMkLst>
            <pc:docMk/>
            <pc:sldMk cId="3190321700" sldId="293"/>
            <ac:spMk id="2" creationId="{7E62861D-5C03-AB46-8C9D-53E053E51C8C}"/>
          </ac:spMkLst>
        </pc:spChg>
        <pc:spChg chg="del">
          <ac:chgData name="Yogesh S" userId="6129f0e95a6fb857" providerId="LiveId" clId="{3657D585-5B76-42AE-9F96-21E68B456DA9}" dt="2026-03-26T12:59:03.765" v="2339" actId="478"/>
          <ac:spMkLst>
            <pc:docMk/>
            <pc:sldMk cId="3190321700" sldId="293"/>
            <ac:spMk id="3" creationId="{4A0CAD1B-98CA-CED4-0380-2D5CCA73011F}"/>
          </ac:spMkLst>
        </pc:spChg>
        <pc:spChg chg="add mod">
          <ac:chgData name="Yogesh S" userId="6129f0e95a6fb857" providerId="LiveId" clId="{3657D585-5B76-42AE-9F96-21E68B456DA9}" dt="2026-03-26T13:00:22.596" v="2344" actId="2711"/>
          <ac:spMkLst>
            <pc:docMk/>
            <pc:sldMk cId="3190321700" sldId="293"/>
            <ac:spMk id="5" creationId="{71CF159D-62C4-859B-3495-26A6C14A041A}"/>
          </ac:spMkLst>
        </pc:spChg>
      </pc:sldChg>
      <pc:sldChg chg="new setBg">
        <pc:chgData name="Yogesh S" userId="6129f0e95a6fb857" providerId="LiveId" clId="{3657D585-5B76-42AE-9F96-21E68B456DA9}" dt="2026-03-27T05:20:19.174" v="2415"/>
        <pc:sldMkLst>
          <pc:docMk/>
          <pc:sldMk cId="3308032445" sldId="294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1232BA-4957-43F1-925F-69EDD392ED6D}" type="doc">
      <dgm:prSet loTypeId="urn:microsoft.com/office/officeart/2005/8/layout/hierarchy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10BB95E-DE5E-483D-89B7-24FB0ABF88A3}">
      <dgm:prSet phldrT="[Text]"/>
      <dgm:spPr>
        <a:solidFill>
          <a:srgbClr val="002060"/>
        </a:solidFill>
      </dgm:spPr>
      <dgm:t>
        <a:bodyPr/>
        <a:lstStyle/>
        <a:p>
          <a:pPr>
            <a:buNone/>
          </a:pPr>
          <a:r>
            <a:rPr lang="en-US" dirty="0"/>
            <a:t>High </a:t>
          </a:r>
          <a:r>
            <a:rPr lang="en-US" b="1" dirty="0"/>
            <a:t>FDTL violations (~46%)</a:t>
          </a:r>
          <a:r>
            <a:rPr lang="en-US" dirty="0"/>
            <a:t> indicate poor crew planning</a:t>
          </a:r>
        </a:p>
      </dgm:t>
    </dgm:pt>
    <dgm:pt modelId="{76B6E0AF-2B1E-486E-B462-AABBEC981085}" type="parTrans" cxnId="{0796AEBB-C7DC-4733-B142-F828D1D9EE5B}">
      <dgm:prSet/>
      <dgm:spPr/>
      <dgm:t>
        <a:bodyPr/>
        <a:lstStyle/>
        <a:p>
          <a:endParaRPr lang="en-US"/>
        </a:p>
      </dgm:t>
    </dgm:pt>
    <dgm:pt modelId="{0844368C-B6D5-402C-8ED0-C33D767C493D}" type="sibTrans" cxnId="{0796AEBB-C7DC-4733-B142-F828D1D9EE5B}">
      <dgm:prSet/>
      <dgm:spPr/>
      <dgm:t>
        <a:bodyPr/>
        <a:lstStyle/>
        <a:p>
          <a:endParaRPr lang="en-US"/>
        </a:p>
      </dgm:t>
    </dgm:pt>
    <dgm:pt modelId="{C9B82007-E1A7-42AE-9067-5C29AB2AA846}">
      <dgm:prSet phldrT="[Text]"/>
      <dgm:spPr>
        <a:solidFill>
          <a:srgbClr val="002060"/>
        </a:solidFill>
      </dgm:spPr>
      <dgm:t>
        <a:bodyPr/>
        <a:lstStyle/>
        <a:p>
          <a:pPr>
            <a:buNone/>
          </a:pPr>
          <a:r>
            <a:rPr lang="en-US" dirty="0"/>
            <a:t>Reduction in violations led to </a:t>
          </a:r>
          <a:r>
            <a:rPr lang="en-US" b="1" dirty="0"/>
            <a:t>crew shortage and cancellations</a:t>
          </a:r>
          <a:endParaRPr lang="en-US" dirty="0"/>
        </a:p>
      </dgm:t>
    </dgm:pt>
    <dgm:pt modelId="{934C9DF7-51B7-4216-80CC-2D9B584C4BA0}" type="parTrans" cxnId="{F390CBCD-8BD1-4258-B335-B0DA250E8A17}">
      <dgm:prSet/>
      <dgm:spPr/>
      <dgm:t>
        <a:bodyPr/>
        <a:lstStyle/>
        <a:p>
          <a:endParaRPr lang="en-US"/>
        </a:p>
      </dgm:t>
    </dgm:pt>
    <dgm:pt modelId="{E08D637F-35B6-44B5-AAD8-19272CB22D5A}" type="sibTrans" cxnId="{F390CBCD-8BD1-4258-B335-B0DA250E8A17}">
      <dgm:prSet/>
      <dgm:spPr/>
      <dgm:t>
        <a:bodyPr/>
        <a:lstStyle/>
        <a:p>
          <a:endParaRPr lang="en-US"/>
        </a:p>
      </dgm:t>
    </dgm:pt>
    <dgm:pt modelId="{74333E6A-08C7-440D-B9D6-964B515B9FF4}">
      <dgm:prSet phldrT="[Text]"/>
      <dgm:spPr>
        <a:solidFill>
          <a:srgbClr val="002060"/>
        </a:solidFill>
      </dgm:spPr>
      <dgm:t>
        <a:bodyPr/>
        <a:lstStyle/>
        <a:p>
          <a:pPr>
            <a:buNone/>
          </a:pPr>
          <a:r>
            <a:rPr lang="en-US" b="1" dirty="0"/>
            <a:t>Revenue dropped</a:t>
          </a:r>
          <a:r>
            <a:rPr lang="en-US" dirty="0"/>
            <a:t> significantly during crisis period</a:t>
          </a:r>
        </a:p>
      </dgm:t>
    </dgm:pt>
    <dgm:pt modelId="{04F6F0BC-0832-48DD-8335-7BF2683A9CFF}" type="parTrans" cxnId="{9640532C-E616-47FE-B930-AF54463EB5E2}">
      <dgm:prSet/>
      <dgm:spPr/>
      <dgm:t>
        <a:bodyPr/>
        <a:lstStyle/>
        <a:p>
          <a:endParaRPr lang="en-US"/>
        </a:p>
      </dgm:t>
    </dgm:pt>
    <dgm:pt modelId="{7239B9C9-0455-4AAF-8444-79B5160662F2}" type="sibTrans" cxnId="{9640532C-E616-47FE-B930-AF54463EB5E2}">
      <dgm:prSet/>
      <dgm:spPr/>
      <dgm:t>
        <a:bodyPr/>
        <a:lstStyle/>
        <a:p>
          <a:endParaRPr lang="en-US"/>
        </a:p>
      </dgm:t>
    </dgm:pt>
    <dgm:pt modelId="{D50EC58F-1399-453E-B5B2-287D81AA1570}">
      <dgm:prSet phldrT="[Text]"/>
      <dgm:spPr>
        <a:solidFill>
          <a:srgbClr val="002060"/>
        </a:solidFill>
      </dgm:spPr>
      <dgm:t>
        <a:bodyPr/>
        <a:lstStyle/>
        <a:p>
          <a:pPr>
            <a:buNone/>
          </a:pPr>
          <a:r>
            <a:rPr lang="en-US" b="1" dirty="0"/>
            <a:t>Refunds and penalties increased</a:t>
          </a:r>
          <a:r>
            <a:rPr lang="en-US" dirty="0"/>
            <a:t>, causing financial loss</a:t>
          </a:r>
        </a:p>
      </dgm:t>
    </dgm:pt>
    <dgm:pt modelId="{A59B0A6C-F964-4D15-BBC3-9143E9F4F83C}" type="parTrans" cxnId="{5D5FDB25-62BE-44D7-AABA-70AF82FF2A6E}">
      <dgm:prSet/>
      <dgm:spPr/>
      <dgm:t>
        <a:bodyPr/>
        <a:lstStyle/>
        <a:p>
          <a:endParaRPr lang="en-US"/>
        </a:p>
      </dgm:t>
    </dgm:pt>
    <dgm:pt modelId="{6140E68A-7B60-4DBA-8DDB-07922985D268}" type="sibTrans" cxnId="{5D5FDB25-62BE-44D7-AABA-70AF82FF2A6E}">
      <dgm:prSet/>
      <dgm:spPr/>
      <dgm:t>
        <a:bodyPr/>
        <a:lstStyle/>
        <a:p>
          <a:endParaRPr lang="en-US"/>
        </a:p>
      </dgm:t>
    </dgm:pt>
    <dgm:pt modelId="{58C8FABA-3825-42D8-A70B-ECECC21AE78C}">
      <dgm:prSet phldrT="[Text]"/>
      <dgm:spPr>
        <a:solidFill>
          <a:srgbClr val="002060"/>
        </a:solidFill>
      </dgm:spPr>
      <dgm:t>
        <a:bodyPr/>
        <a:lstStyle/>
        <a:p>
          <a:pPr>
            <a:buNone/>
          </a:pPr>
          <a:r>
            <a:rPr lang="en-US" dirty="0"/>
            <a:t>Flight cancellations occurred in </a:t>
          </a:r>
          <a:r>
            <a:rPr lang="en-US" b="1" dirty="0"/>
            <a:t>sharp spikes (episodic disruptions)</a:t>
          </a:r>
          <a:endParaRPr lang="en-US" dirty="0"/>
        </a:p>
      </dgm:t>
    </dgm:pt>
    <dgm:pt modelId="{09F01CEE-CDCF-4DBE-8FD7-62B2A25D8098}" type="parTrans" cxnId="{326827D4-8FED-42ED-AF14-F9682A92DDE2}">
      <dgm:prSet/>
      <dgm:spPr/>
      <dgm:t>
        <a:bodyPr/>
        <a:lstStyle/>
        <a:p>
          <a:endParaRPr lang="en-US"/>
        </a:p>
      </dgm:t>
    </dgm:pt>
    <dgm:pt modelId="{01C58844-C278-4C75-95BE-282ED0B78AE9}" type="sibTrans" cxnId="{326827D4-8FED-42ED-AF14-F9682A92DDE2}">
      <dgm:prSet/>
      <dgm:spPr/>
      <dgm:t>
        <a:bodyPr/>
        <a:lstStyle/>
        <a:p>
          <a:endParaRPr lang="en-US"/>
        </a:p>
      </dgm:t>
    </dgm:pt>
    <dgm:pt modelId="{3C843BB1-14EB-4B41-A93F-B0D91E33D16B}">
      <dgm:prSet phldrT="[Text]" phldr="0"/>
      <dgm:spPr>
        <a:solidFill>
          <a:srgbClr val="002060"/>
        </a:solidFill>
      </dgm:spPr>
      <dgm:t>
        <a:bodyPr/>
        <a:lstStyle/>
        <a:p>
          <a:pPr>
            <a:buNone/>
          </a:pPr>
          <a:r>
            <a:rPr lang="en-US" dirty="0"/>
            <a:t>Weather impact was </a:t>
          </a:r>
          <a:r>
            <a:rPr lang="en-US" b="1" dirty="0"/>
            <a:t>present but not the primary cause</a:t>
          </a:r>
          <a:endParaRPr lang="en-US" dirty="0"/>
        </a:p>
      </dgm:t>
    </dgm:pt>
    <dgm:pt modelId="{803DA1BF-0A06-4E53-B60B-56CF2569E234}" type="parTrans" cxnId="{33518C38-6007-447F-B7A2-9DAB1CBDCEB0}">
      <dgm:prSet/>
      <dgm:spPr/>
      <dgm:t>
        <a:bodyPr/>
        <a:lstStyle/>
        <a:p>
          <a:endParaRPr lang="en-US"/>
        </a:p>
      </dgm:t>
    </dgm:pt>
    <dgm:pt modelId="{29BD6A3F-AE67-449B-8F6D-3CD56E2F9CAA}" type="sibTrans" cxnId="{33518C38-6007-447F-B7A2-9DAB1CBDCEB0}">
      <dgm:prSet/>
      <dgm:spPr/>
      <dgm:t>
        <a:bodyPr/>
        <a:lstStyle/>
        <a:p>
          <a:endParaRPr lang="en-US"/>
        </a:p>
      </dgm:t>
    </dgm:pt>
    <dgm:pt modelId="{3FDCE1FA-1573-43E1-AA1B-E078C96F7E98}">
      <dgm:prSet phldrT="[Text]" phldr="0"/>
      <dgm:spPr>
        <a:solidFill>
          <a:srgbClr val="002060"/>
        </a:solidFill>
      </dgm:spPr>
      <dgm:t>
        <a:bodyPr/>
        <a:lstStyle/>
        <a:p>
          <a:pPr>
            <a:buNone/>
          </a:pPr>
          <a:r>
            <a:rPr lang="en-US" dirty="0"/>
            <a:t>Competitors maintained </a:t>
          </a:r>
          <a:r>
            <a:rPr lang="en-US" b="1" dirty="0"/>
            <a:t>low delays and cancellation rates</a:t>
          </a:r>
          <a:endParaRPr lang="en-US" dirty="0"/>
        </a:p>
      </dgm:t>
    </dgm:pt>
    <dgm:pt modelId="{989632CC-879D-4FD9-89E0-0036A1E8DBC2}" type="parTrans" cxnId="{B4C6A067-C40D-483B-B5E3-B047A07E3068}">
      <dgm:prSet/>
      <dgm:spPr/>
      <dgm:t>
        <a:bodyPr/>
        <a:lstStyle/>
        <a:p>
          <a:endParaRPr lang="en-US"/>
        </a:p>
      </dgm:t>
    </dgm:pt>
    <dgm:pt modelId="{4ED2B3D9-E119-4847-BB91-709410BF93E4}" type="sibTrans" cxnId="{B4C6A067-C40D-483B-B5E3-B047A07E3068}">
      <dgm:prSet/>
      <dgm:spPr/>
      <dgm:t>
        <a:bodyPr/>
        <a:lstStyle/>
        <a:p>
          <a:endParaRPr lang="en-US"/>
        </a:p>
      </dgm:t>
    </dgm:pt>
    <dgm:pt modelId="{33B24588-3D60-4DC0-A13E-73524F970C6A}">
      <dgm:prSet phldrT="[Text]" phldr="0"/>
      <dgm:spPr>
        <a:solidFill>
          <a:srgbClr val="002060"/>
        </a:solidFill>
      </dgm:spPr>
      <dgm:t>
        <a:bodyPr/>
        <a:lstStyle/>
        <a:p>
          <a:pPr>
            <a:buNone/>
          </a:pPr>
          <a:r>
            <a:rPr lang="en-US" dirty="0"/>
            <a:t>Issues were </a:t>
          </a:r>
          <a:r>
            <a:rPr lang="en-US" b="1" dirty="0"/>
            <a:t>internal and operational, not industry-wide</a:t>
          </a:r>
          <a:endParaRPr lang="en-US" dirty="0"/>
        </a:p>
      </dgm:t>
    </dgm:pt>
    <dgm:pt modelId="{BB13E318-2EA9-445F-A0FD-DC4E69768DF6}" type="parTrans" cxnId="{916201B4-EC1A-4CBE-8D17-70A1D779A64B}">
      <dgm:prSet/>
      <dgm:spPr/>
      <dgm:t>
        <a:bodyPr/>
        <a:lstStyle/>
        <a:p>
          <a:endParaRPr lang="en-US"/>
        </a:p>
      </dgm:t>
    </dgm:pt>
    <dgm:pt modelId="{48088C38-C423-4265-8820-C378C7AF9604}" type="sibTrans" cxnId="{916201B4-EC1A-4CBE-8D17-70A1D779A64B}">
      <dgm:prSet/>
      <dgm:spPr/>
      <dgm:t>
        <a:bodyPr/>
        <a:lstStyle/>
        <a:p>
          <a:endParaRPr lang="en-US"/>
        </a:p>
      </dgm:t>
    </dgm:pt>
    <dgm:pt modelId="{85ADD9E7-72E4-454D-95A2-D1ACF84362F5}" type="pres">
      <dgm:prSet presAssocID="{261232BA-4957-43F1-925F-69EDD392ED6D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BA4AA20-CE65-40B9-9757-AA17DB38971B}" type="pres">
      <dgm:prSet presAssocID="{410BB95E-DE5E-483D-89B7-24FB0ABF88A3}" presName="vertOne" presStyleCnt="0"/>
      <dgm:spPr/>
    </dgm:pt>
    <dgm:pt modelId="{8D8DF64D-ECA1-49F9-B17A-7995FABB294A}" type="pres">
      <dgm:prSet presAssocID="{410BB95E-DE5E-483D-89B7-24FB0ABF88A3}" presName="txOne" presStyleLbl="node0" presStyleIdx="0" presStyleCnt="1" custLinFactNeighborY="39636">
        <dgm:presLayoutVars>
          <dgm:chPref val="3"/>
        </dgm:presLayoutVars>
      </dgm:prSet>
      <dgm:spPr/>
    </dgm:pt>
    <dgm:pt modelId="{4F42F072-247A-4950-A750-4D3229544FC5}" type="pres">
      <dgm:prSet presAssocID="{410BB95E-DE5E-483D-89B7-24FB0ABF88A3}" presName="parTransOne" presStyleCnt="0"/>
      <dgm:spPr/>
    </dgm:pt>
    <dgm:pt modelId="{C2C2BC36-DFE3-4E39-B995-C0F67A60236C}" type="pres">
      <dgm:prSet presAssocID="{410BB95E-DE5E-483D-89B7-24FB0ABF88A3}" presName="horzOne" presStyleCnt="0"/>
      <dgm:spPr/>
    </dgm:pt>
    <dgm:pt modelId="{9F592407-CBED-4D35-8F9C-2AADAB44C543}" type="pres">
      <dgm:prSet presAssocID="{C9B82007-E1A7-42AE-9067-5C29AB2AA846}" presName="vertTwo" presStyleCnt="0"/>
      <dgm:spPr/>
    </dgm:pt>
    <dgm:pt modelId="{02B43B97-BF7F-4764-A0B2-96A76EEBA15E}" type="pres">
      <dgm:prSet presAssocID="{C9B82007-E1A7-42AE-9067-5C29AB2AA846}" presName="txTwo" presStyleLbl="node2" presStyleIdx="0" presStyleCnt="2">
        <dgm:presLayoutVars>
          <dgm:chPref val="3"/>
        </dgm:presLayoutVars>
      </dgm:prSet>
      <dgm:spPr/>
    </dgm:pt>
    <dgm:pt modelId="{6259864F-C674-4275-92C7-282EC72917BD}" type="pres">
      <dgm:prSet presAssocID="{C9B82007-E1A7-42AE-9067-5C29AB2AA846}" presName="parTransTwo" presStyleCnt="0"/>
      <dgm:spPr/>
    </dgm:pt>
    <dgm:pt modelId="{FC3F2A2E-DCB3-4B8F-BC7B-83A3C040FAB6}" type="pres">
      <dgm:prSet presAssocID="{C9B82007-E1A7-42AE-9067-5C29AB2AA846}" presName="horzTwo" presStyleCnt="0"/>
      <dgm:spPr/>
    </dgm:pt>
    <dgm:pt modelId="{F93495F1-244A-44D2-95AE-0B14268039D1}" type="pres">
      <dgm:prSet presAssocID="{74333E6A-08C7-440D-B9D6-964B515B9FF4}" presName="vertThree" presStyleCnt="0"/>
      <dgm:spPr/>
    </dgm:pt>
    <dgm:pt modelId="{A93A8664-20E7-4FDA-96A0-8E39C14A42CE}" type="pres">
      <dgm:prSet presAssocID="{74333E6A-08C7-440D-B9D6-964B515B9FF4}" presName="txThree" presStyleLbl="node3" presStyleIdx="0" presStyleCnt="5">
        <dgm:presLayoutVars>
          <dgm:chPref val="3"/>
        </dgm:presLayoutVars>
      </dgm:prSet>
      <dgm:spPr/>
    </dgm:pt>
    <dgm:pt modelId="{274325A2-45F6-461F-B6BC-730DE4DF7A82}" type="pres">
      <dgm:prSet presAssocID="{74333E6A-08C7-440D-B9D6-964B515B9FF4}" presName="horzThree" presStyleCnt="0"/>
      <dgm:spPr/>
    </dgm:pt>
    <dgm:pt modelId="{F9913B4F-2543-4E5F-A1E7-E2E3238ADA60}" type="pres">
      <dgm:prSet presAssocID="{7239B9C9-0455-4AAF-8444-79B5160662F2}" presName="sibSpaceThree" presStyleCnt="0"/>
      <dgm:spPr/>
    </dgm:pt>
    <dgm:pt modelId="{EBE568DC-E4A3-48DE-8B44-0A789DE50DB5}" type="pres">
      <dgm:prSet presAssocID="{D50EC58F-1399-453E-B5B2-287D81AA1570}" presName="vertThree" presStyleCnt="0"/>
      <dgm:spPr/>
    </dgm:pt>
    <dgm:pt modelId="{C4F49B5A-C4E4-44FE-AC45-E72F8D4D5E99}" type="pres">
      <dgm:prSet presAssocID="{D50EC58F-1399-453E-B5B2-287D81AA1570}" presName="txThree" presStyleLbl="node3" presStyleIdx="1" presStyleCnt="5">
        <dgm:presLayoutVars>
          <dgm:chPref val="3"/>
        </dgm:presLayoutVars>
      </dgm:prSet>
      <dgm:spPr/>
    </dgm:pt>
    <dgm:pt modelId="{B875AE94-B452-455B-BB88-50673328D0A1}" type="pres">
      <dgm:prSet presAssocID="{D50EC58F-1399-453E-B5B2-287D81AA1570}" presName="horzThree" presStyleCnt="0"/>
      <dgm:spPr/>
    </dgm:pt>
    <dgm:pt modelId="{1E8CA87C-43C9-4001-8A92-36547CAE9A43}" type="pres">
      <dgm:prSet presAssocID="{E08D637F-35B6-44B5-AAD8-19272CB22D5A}" presName="sibSpaceTwo" presStyleCnt="0"/>
      <dgm:spPr/>
    </dgm:pt>
    <dgm:pt modelId="{EC74AC43-87F6-4D33-99E6-5F80AFB4FF51}" type="pres">
      <dgm:prSet presAssocID="{58C8FABA-3825-42D8-A70B-ECECC21AE78C}" presName="vertTwo" presStyleCnt="0"/>
      <dgm:spPr/>
    </dgm:pt>
    <dgm:pt modelId="{33742C2E-5972-4306-9E04-21F533DB9DAA}" type="pres">
      <dgm:prSet presAssocID="{58C8FABA-3825-42D8-A70B-ECECC21AE78C}" presName="txTwo" presStyleLbl="node2" presStyleIdx="1" presStyleCnt="2">
        <dgm:presLayoutVars>
          <dgm:chPref val="3"/>
        </dgm:presLayoutVars>
      </dgm:prSet>
      <dgm:spPr/>
    </dgm:pt>
    <dgm:pt modelId="{C92C8E42-335D-4773-87FE-62D1AEBFD996}" type="pres">
      <dgm:prSet presAssocID="{58C8FABA-3825-42D8-A70B-ECECC21AE78C}" presName="parTransTwo" presStyleCnt="0"/>
      <dgm:spPr/>
    </dgm:pt>
    <dgm:pt modelId="{6162383E-8013-4544-BC90-A8800865C68F}" type="pres">
      <dgm:prSet presAssocID="{58C8FABA-3825-42D8-A70B-ECECC21AE78C}" presName="horzTwo" presStyleCnt="0"/>
      <dgm:spPr/>
    </dgm:pt>
    <dgm:pt modelId="{D5134523-29DD-45AE-89F6-8D4C3F4BC130}" type="pres">
      <dgm:prSet presAssocID="{3C843BB1-14EB-4B41-A93F-B0D91E33D16B}" presName="vertThree" presStyleCnt="0"/>
      <dgm:spPr/>
    </dgm:pt>
    <dgm:pt modelId="{41C32F4E-4793-4DBE-BCA8-A42569B86B04}" type="pres">
      <dgm:prSet presAssocID="{3C843BB1-14EB-4B41-A93F-B0D91E33D16B}" presName="txThree" presStyleLbl="node3" presStyleIdx="2" presStyleCnt="5">
        <dgm:presLayoutVars>
          <dgm:chPref val="3"/>
        </dgm:presLayoutVars>
      </dgm:prSet>
      <dgm:spPr/>
    </dgm:pt>
    <dgm:pt modelId="{A89C4431-B533-43C7-8F0E-DC9686B87641}" type="pres">
      <dgm:prSet presAssocID="{3C843BB1-14EB-4B41-A93F-B0D91E33D16B}" presName="horzThree" presStyleCnt="0"/>
      <dgm:spPr/>
    </dgm:pt>
    <dgm:pt modelId="{8DB691E3-1CCC-4923-8F14-74A596DCACD8}" type="pres">
      <dgm:prSet presAssocID="{29BD6A3F-AE67-449B-8F6D-3CD56E2F9CAA}" presName="sibSpaceThree" presStyleCnt="0"/>
      <dgm:spPr/>
    </dgm:pt>
    <dgm:pt modelId="{74D15BF9-3A6F-422E-85F5-F963D4ED54E1}" type="pres">
      <dgm:prSet presAssocID="{3FDCE1FA-1573-43E1-AA1B-E078C96F7E98}" presName="vertThree" presStyleCnt="0"/>
      <dgm:spPr/>
    </dgm:pt>
    <dgm:pt modelId="{2C3E1D21-EC1E-4898-A355-E329F2B40ADC}" type="pres">
      <dgm:prSet presAssocID="{3FDCE1FA-1573-43E1-AA1B-E078C96F7E98}" presName="txThree" presStyleLbl="node3" presStyleIdx="3" presStyleCnt="5">
        <dgm:presLayoutVars>
          <dgm:chPref val="3"/>
        </dgm:presLayoutVars>
      </dgm:prSet>
      <dgm:spPr/>
    </dgm:pt>
    <dgm:pt modelId="{F5D16872-E8A3-4D21-90E6-61327FC18DEA}" type="pres">
      <dgm:prSet presAssocID="{3FDCE1FA-1573-43E1-AA1B-E078C96F7E98}" presName="horzThree" presStyleCnt="0"/>
      <dgm:spPr/>
    </dgm:pt>
    <dgm:pt modelId="{B734C6B6-F28C-4DFF-8563-FB8988A4030C}" type="pres">
      <dgm:prSet presAssocID="{4ED2B3D9-E119-4847-BB91-709410BF93E4}" presName="sibSpaceThree" presStyleCnt="0"/>
      <dgm:spPr/>
    </dgm:pt>
    <dgm:pt modelId="{EF504C08-257D-4D2D-8830-CF3F55799DFA}" type="pres">
      <dgm:prSet presAssocID="{33B24588-3D60-4DC0-A13E-73524F970C6A}" presName="vertThree" presStyleCnt="0"/>
      <dgm:spPr/>
    </dgm:pt>
    <dgm:pt modelId="{C6F3FEE8-BD75-4D14-B2F9-31662B17C619}" type="pres">
      <dgm:prSet presAssocID="{33B24588-3D60-4DC0-A13E-73524F970C6A}" presName="txThree" presStyleLbl="node3" presStyleIdx="4" presStyleCnt="5">
        <dgm:presLayoutVars>
          <dgm:chPref val="3"/>
        </dgm:presLayoutVars>
      </dgm:prSet>
      <dgm:spPr/>
    </dgm:pt>
    <dgm:pt modelId="{C192F769-514A-46DC-8909-F8C5F5818CBB}" type="pres">
      <dgm:prSet presAssocID="{33B24588-3D60-4DC0-A13E-73524F970C6A}" presName="horzThree" presStyleCnt="0"/>
      <dgm:spPr/>
    </dgm:pt>
  </dgm:ptLst>
  <dgm:cxnLst>
    <dgm:cxn modelId="{ADBB6E0D-6E5E-4536-8937-D0F001D3880A}" type="presOf" srcId="{410BB95E-DE5E-483D-89B7-24FB0ABF88A3}" destId="{8D8DF64D-ECA1-49F9-B17A-7995FABB294A}" srcOrd="0" destOrd="0" presId="urn:microsoft.com/office/officeart/2005/8/layout/hierarchy4"/>
    <dgm:cxn modelId="{5D5FDB25-62BE-44D7-AABA-70AF82FF2A6E}" srcId="{C9B82007-E1A7-42AE-9067-5C29AB2AA846}" destId="{D50EC58F-1399-453E-B5B2-287D81AA1570}" srcOrd="1" destOrd="0" parTransId="{A59B0A6C-F964-4D15-BBC3-9143E9F4F83C}" sibTransId="{6140E68A-7B60-4DBA-8DDB-07922985D268}"/>
    <dgm:cxn modelId="{9640532C-E616-47FE-B930-AF54463EB5E2}" srcId="{C9B82007-E1A7-42AE-9067-5C29AB2AA846}" destId="{74333E6A-08C7-440D-B9D6-964B515B9FF4}" srcOrd="0" destOrd="0" parTransId="{04F6F0BC-0832-48DD-8335-7BF2683A9CFF}" sibTransId="{7239B9C9-0455-4AAF-8444-79B5160662F2}"/>
    <dgm:cxn modelId="{C14BD636-11ED-42C2-973F-27C7360526CE}" type="presOf" srcId="{261232BA-4957-43F1-925F-69EDD392ED6D}" destId="{85ADD9E7-72E4-454D-95A2-D1ACF84362F5}" srcOrd="0" destOrd="0" presId="urn:microsoft.com/office/officeart/2005/8/layout/hierarchy4"/>
    <dgm:cxn modelId="{33518C38-6007-447F-B7A2-9DAB1CBDCEB0}" srcId="{58C8FABA-3825-42D8-A70B-ECECC21AE78C}" destId="{3C843BB1-14EB-4B41-A93F-B0D91E33D16B}" srcOrd="0" destOrd="0" parTransId="{803DA1BF-0A06-4E53-B60B-56CF2569E234}" sibTransId="{29BD6A3F-AE67-449B-8F6D-3CD56E2F9CAA}"/>
    <dgm:cxn modelId="{1CFBAC3B-C8B4-408D-B918-61BFD25087D7}" type="presOf" srcId="{3FDCE1FA-1573-43E1-AA1B-E078C96F7E98}" destId="{2C3E1D21-EC1E-4898-A355-E329F2B40ADC}" srcOrd="0" destOrd="0" presId="urn:microsoft.com/office/officeart/2005/8/layout/hierarchy4"/>
    <dgm:cxn modelId="{B4C6A067-C40D-483B-B5E3-B047A07E3068}" srcId="{58C8FABA-3825-42D8-A70B-ECECC21AE78C}" destId="{3FDCE1FA-1573-43E1-AA1B-E078C96F7E98}" srcOrd="1" destOrd="0" parTransId="{989632CC-879D-4FD9-89E0-0036A1E8DBC2}" sibTransId="{4ED2B3D9-E119-4847-BB91-709410BF93E4}"/>
    <dgm:cxn modelId="{84AB487B-1BFB-4B29-9C9D-F89E12B06FCC}" type="presOf" srcId="{D50EC58F-1399-453E-B5B2-287D81AA1570}" destId="{C4F49B5A-C4E4-44FE-AC45-E72F8D4D5E99}" srcOrd="0" destOrd="0" presId="urn:microsoft.com/office/officeart/2005/8/layout/hierarchy4"/>
    <dgm:cxn modelId="{972AA293-F4E8-4A51-9443-E465E6F8D834}" type="presOf" srcId="{58C8FABA-3825-42D8-A70B-ECECC21AE78C}" destId="{33742C2E-5972-4306-9E04-21F533DB9DAA}" srcOrd="0" destOrd="0" presId="urn:microsoft.com/office/officeart/2005/8/layout/hierarchy4"/>
    <dgm:cxn modelId="{916201B4-EC1A-4CBE-8D17-70A1D779A64B}" srcId="{58C8FABA-3825-42D8-A70B-ECECC21AE78C}" destId="{33B24588-3D60-4DC0-A13E-73524F970C6A}" srcOrd="2" destOrd="0" parTransId="{BB13E318-2EA9-445F-A0FD-DC4E69768DF6}" sibTransId="{48088C38-C423-4265-8820-C378C7AF9604}"/>
    <dgm:cxn modelId="{0796AEBB-C7DC-4733-B142-F828D1D9EE5B}" srcId="{261232BA-4957-43F1-925F-69EDD392ED6D}" destId="{410BB95E-DE5E-483D-89B7-24FB0ABF88A3}" srcOrd="0" destOrd="0" parTransId="{76B6E0AF-2B1E-486E-B462-AABBEC981085}" sibTransId="{0844368C-B6D5-402C-8ED0-C33D767C493D}"/>
    <dgm:cxn modelId="{9216BDCD-3D6C-4147-A93A-330CAF74DEC1}" type="presOf" srcId="{33B24588-3D60-4DC0-A13E-73524F970C6A}" destId="{C6F3FEE8-BD75-4D14-B2F9-31662B17C619}" srcOrd="0" destOrd="0" presId="urn:microsoft.com/office/officeart/2005/8/layout/hierarchy4"/>
    <dgm:cxn modelId="{F390CBCD-8BD1-4258-B335-B0DA250E8A17}" srcId="{410BB95E-DE5E-483D-89B7-24FB0ABF88A3}" destId="{C9B82007-E1A7-42AE-9067-5C29AB2AA846}" srcOrd="0" destOrd="0" parTransId="{934C9DF7-51B7-4216-80CC-2D9B584C4BA0}" sibTransId="{E08D637F-35B6-44B5-AAD8-19272CB22D5A}"/>
    <dgm:cxn modelId="{50B072CE-52B4-4E1A-AEE3-07C82164E94E}" type="presOf" srcId="{3C843BB1-14EB-4B41-A93F-B0D91E33D16B}" destId="{41C32F4E-4793-4DBE-BCA8-A42569B86B04}" srcOrd="0" destOrd="0" presId="urn:microsoft.com/office/officeart/2005/8/layout/hierarchy4"/>
    <dgm:cxn modelId="{326827D4-8FED-42ED-AF14-F9682A92DDE2}" srcId="{410BB95E-DE5E-483D-89B7-24FB0ABF88A3}" destId="{58C8FABA-3825-42D8-A70B-ECECC21AE78C}" srcOrd="1" destOrd="0" parTransId="{09F01CEE-CDCF-4DBE-8FD7-62B2A25D8098}" sibTransId="{01C58844-C278-4C75-95BE-282ED0B78AE9}"/>
    <dgm:cxn modelId="{C4DF01DB-E673-473B-9CA0-0A14BC3CC37F}" type="presOf" srcId="{C9B82007-E1A7-42AE-9067-5C29AB2AA846}" destId="{02B43B97-BF7F-4764-A0B2-96A76EEBA15E}" srcOrd="0" destOrd="0" presId="urn:microsoft.com/office/officeart/2005/8/layout/hierarchy4"/>
    <dgm:cxn modelId="{9B0925EE-C731-42A2-9249-85CA7858571D}" type="presOf" srcId="{74333E6A-08C7-440D-B9D6-964B515B9FF4}" destId="{A93A8664-20E7-4FDA-96A0-8E39C14A42CE}" srcOrd="0" destOrd="0" presId="urn:microsoft.com/office/officeart/2005/8/layout/hierarchy4"/>
    <dgm:cxn modelId="{FEDDA3E3-4410-4541-9FFC-CB0A6BBBF460}" type="presParOf" srcId="{85ADD9E7-72E4-454D-95A2-D1ACF84362F5}" destId="{6BA4AA20-CE65-40B9-9757-AA17DB38971B}" srcOrd="0" destOrd="0" presId="urn:microsoft.com/office/officeart/2005/8/layout/hierarchy4"/>
    <dgm:cxn modelId="{76814630-1517-4697-BBEB-0F6CF33EDE4B}" type="presParOf" srcId="{6BA4AA20-CE65-40B9-9757-AA17DB38971B}" destId="{8D8DF64D-ECA1-49F9-B17A-7995FABB294A}" srcOrd="0" destOrd="0" presId="urn:microsoft.com/office/officeart/2005/8/layout/hierarchy4"/>
    <dgm:cxn modelId="{743A90B0-7739-4ADB-9991-EB9CA2DB5007}" type="presParOf" srcId="{6BA4AA20-CE65-40B9-9757-AA17DB38971B}" destId="{4F42F072-247A-4950-A750-4D3229544FC5}" srcOrd="1" destOrd="0" presId="urn:microsoft.com/office/officeart/2005/8/layout/hierarchy4"/>
    <dgm:cxn modelId="{01705F7E-6D11-45A1-A265-ED3491E2CC1B}" type="presParOf" srcId="{6BA4AA20-CE65-40B9-9757-AA17DB38971B}" destId="{C2C2BC36-DFE3-4E39-B995-C0F67A60236C}" srcOrd="2" destOrd="0" presId="urn:microsoft.com/office/officeart/2005/8/layout/hierarchy4"/>
    <dgm:cxn modelId="{F5FE8739-FB34-4C92-A4F0-107F38F849AB}" type="presParOf" srcId="{C2C2BC36-DFE3-4E39-B995-C0F67A60236C}" destId="{9F592407-CBED-4D35-8F9C-2AADAB44C543}" srcOrd="0" destOrd="0" presId="urn:microsoft.com/office/officeart/2005/8/layout/hierarchy4"/>
    <dgm:cxn modelId="{EFB9E38D-EDA8-475C-8745-28459A4305E6}" type="presParOf" srcId="{9F592407-CBED-4D35-8F9C-2AADAB44C543}" destId="{02B43B97-BF7F-4764-A0B2-96A76EEBA15E}" srcOrd="0" destOrd="0" presId="urn:microsoft.com/office/officeart/2005/8/layout/hierarchy4"/>
    <dgm:cxn modelId="{6BA54989-242D-45DA-A613-DA7CF714C650}" type="presParOf" srcId="{9F592407-CBED-4D35-8F9C-2AADAB44C543}" destId="{6259864F-C674-4275-92C7-282EC72917BD}" srcOrd="1" destOrd="0" presId="urn:microsoft.com/office/officeart/2005/8/layout/hierarchy4"/>
    <dgm:cxn modelId="{3429B586-07C8-40D2-93F9-96C872BBDF96}" type="presParOf" srcId="{9F592407-CBED-4D35-8F9C-2AADAB44C543}" destId="{FC3F2A2E-DCB3-4B8F-BC7B-83A3C040FAB6}" srcOrd="2" destOrd="0" presId="urn:microsoft.com/office/officeart/2005/8/layout/hierarchy4"/>
    <dgm:cxn modelId="{72845299-2515-439F-B616-B0E36BBDBC26}" type="presParOf" srcId="{FC3F2A2E-DCB3-4B8F-BC7B-83A3C040FAB6}" destId="{F93495F1-244A-44D2-95AE-0B14268039D1}" srcOrd="0" destOrd="0" presId="urn:microsoft.com/office/officeart/2005/8/layout/hierarchy4"/>
    <dgm:cxn modelId="{93AE0679-E1BA-4796-BA56-A76701D6C8E1}" type="presParOf" srcId="{F93495F1-244A-44D2-95AE-0B14268039D1}" destId="{A93A8664-20E7-4FDA-96A0-8E39C14A42CE}" srcOrd="0" destOrd="0" presId="urn:microsoft.com/office/officeart/2005/8/layout/hierarchy4"/>
    <dgm:cxn modelId="{3076ADB9-2C90-4557-95A2-EAC2FA8B893E}" type="presParOf" srcId="{F93495F1-244A-44D2-95AE-0B14268039D1}" destId="{274325A2-45F6-461F-B6BC-730DE4DF7A82}" srcOrd="1" destOrd="0" presId="urn:microsoft.com/office/officeart/2005/8/layout/hierarchy4"/>
    <dgm:cxn modelId="{BF0EBA9F-4B12-4194-BE66-416DED2E80E0}" type="presParOf" srcId="{FC3F2A2E-DCB3-4B8F-BC7B-83A3C040FAB6}" destId="{F9913B4F-2543-4E5F-A1E7-E2E3238ADA60}" srcOrd="1" destOrd="0" presId="urn:microsoft.com/office/officeart/2005/8/layout/hierarchy4"/>
    <dgm:cxn modelId="{8B60E796-E477-4487-B3DD-4D25841AD67D}" type="presParOf" srcId="{FC3F2A2E-DCB3-4B8F-BC7B-83A3C040FAB6}" destId="{EBE568DC-E4A3-48DE-8B44-0A789DE50DB5}" srcOrd="2" destOrd="0" presId="urn:microsoft.com/office/officeart/2005/8/layout/hierarchy4"/>
    <dgm:cxn modelId="{5F5928B6-91ED-4FAD-B30D-3B36035782D4}" type="presParOf" srcId="{EBE568DC-E4A3-48DE-8B44-0A789DE50DB5}" destId="{C4F49B5A-C4E4-44FE-AC45-E72F8D4D5E99}" srcOrd="0" destOrd="0" presId="urn:microsoft.com/office/officeart/2005/8/layout/hierarchy4"/>
    <dgm:cxn modelId="{86BF45D0-2B6A-49AF-B5CD-9E620B076E9F}" type="presParOf" srcId="{EBE568DC-E4A3-48DE-8B44-0A789DE50DB5}" destId="{B875AE94-B452-455B-BB88-50673328D0A1}" srcOrd="1" destOrd="0" presId="urn:microsoft.com/office/officeart/2005/8/layout/hierarchy4"/>
    <dgm:cxn modelId="{F735D79F-BE4D-4980-AEE4-F3EB741202E9}" type="presParOf" srcId="{C2C2BC36-DFE3-4E39-B995-C0F67A60236C}" destId="{1E8CA87C-43C9-4001-8A92-36547CAE9A43}" srcOrd="1" destOrd="0" presId="urn:microsoft.com/office/officeart/2005/8/layout/hierarchy4"/>
    <dgm:cxn modelId="{FBFEDF64-EF49-437C-9587-0C09744F4585}" type="presParOf" srcId="{C2C2BC36-DFE3-4E39-B995-C0F67A60236C}" destId="{EC74AC43-87F6-4D33-99E6-5F80AFB4FF51}" srcOrd="2" destOrd="0" presId="urn:microsoft.com/office/officeart/2005/8/layout/hierarchy4"/>
    <dgm:cxn modelId="{8DD96B01-8B6D-48CC-B2DE-3681D0CA668E}" type="presParOf" srcId="{EC74AC43-87F6-4D33-99E6-5F80AFB4FF51}" destId="{33742C2E-5972-4306-9E04-21F533DB9DAA}" srcOrd="0" destOrd="0" presId="urn:microsoft.com/office/officeart/2005/8/layout/hierarchy4"/>
    <dgm:cxn modelId="{CE29689A-AA92-44B3-A705-39B21F493A77}" type="presParOf" srcId="{EC74AC43-87F6-4D33-99E6-5F80AFB4FF51}" destId="{C92C8E42-335D-4773-87FE-62D1AEBFD996}" srcOrd="1" destOrd="0" presId="urn:microsoft.com/office/officeart/2005/8/layout/hierarchy4"/>
    <dgm:cxn modelId="{18D8EE76-4E9B-47D8-97FB-1111168EAA1A}" type="presParOf" srcId="{EC74AC43-87F6-4D33-99E6-5F80AFB4FF51}" destId="{6162383E-8013-4544-BC90-A8800865C68F}" srcOrd="2" destOrd="0" presId="urn:microsoft.com/office/officeart/2005/8/layout/hierarchy4"/>
    <dgm:cxn modelId="{EA5DB497-BD65-4365-85A6-30F2F5033EEB}" type="presParOf" srcId="{6162383E-8013-4544-BC90-A8800865C68F}" destId="{D5134523-29DD-45AE-89F6-8D4C3F4BC130}" srcOrd="0" destOrd="0" presId="urn:microsoft.com/office/officeart/2005/8/layout/hierarchy4"/>
    <dgm:cxn modelId="{0D8712C3-3381-449A-A2B5-27DF2236C31E}" type="presParOf" srcId="{D5134523-29DD-45AE-89F6-8D4C3F4BC130}" destId="{41C32F4E-4793-4DBE-BCA8-A42569B86B04}" srcOrd="0" destOrd="0" presId="urn:microsoft.com/office/officeart/2005/8/layout/hierarchy4"/>
    <dgm:cxn modelId="{6654BAAA-257B-41FA-96BC-5E2FD586A5AC}" type="presParOf" srcId="{D5134523-29DD-45AE-89F6-8D4C3F4BC130}" destId="{A89C4431-B533-43C7-8F0E-DC9686B87641}" srcOrd="1" destOrd="0" presId="urn:microsoft.com/office/officeart/2005/8/layout/hierarchy4"/>
    <dgm:cxn modelId="{C6EB5F09-A128-416A-8248-F4BB96BAFB69}" type="presParOf" srcId="{6162383E-8013-4544-BC90-A8800865C68F}" destId="{8DB691E3-1CCC-4923-8F14-74A596DCACD8}" srcOrd="1" destOrd="0" presId="urn:microsoft.com/office/officeart/2005/8/layout/hierarchy4"/>
    <dgm:cxn modelId="{3D3436DB-2371-4264-A6B4-108F8A21E428}" type="presParOf" srcId="{6162383E-8013-4544-BC90-A8800865C68F}" destId="{74D15BF9-3A6F-422E-85F5-F963D4ED54E1}" srcOrd="2" destOrd="0" presId="urn:microsoft.com/office/officeart/2005/8/layout/hierarchy4"/>
    <dgm:cxn modelId="{C6B0299B-BD0F-4293-8C81-BA7DDD53F5F6}" type="presParOf" srcId="{74D15BF9-3A6F-422E-85F5-F963D4ED54E1}" destId="{2C3E1D21-EC1E-4898-A355-E329F2B40ADC}" srcOrd="0" destOrd="0" presId="urn:microsoft.com/office/officeart/2005/8/layout/hierarchy4"/>
    <dgm:cxn modelId="{967CE110-808B-4405-A581-79115D32A0E9}" type="presParOf" srcId="{74D15BF9-3A6F-422E-85F5-F963D4ED54E1}" destId="{F5D16872-E8A3-4D21-90E6-61327FC18DEA}" srcOrd="1" destOrd="0" presId="urn:microsoft.com/office/officeart/2005/8/layout/hierarchy4"/>
    <dgm:cxn modelId="{1AA664A2-5162-4FFF-BC3D-6D16C4DBD60D}" type="presParOf" srcId="{6162383E-8013-4544-BC90-A8800865C68F}" destId="{B734C6B6-F28C-4DFF-8563-FB8988A4030C}" srcOrd="3" destOrd="0" presId="urn:microsoft.com/office/officeart/2005/8/layout/hierarchy4"/>
    <dgm:cxn modelId="{31E5B9C4-6DD9-4902-A3C3-AF2D2E81C373}" type="presParOf" srcId="{6162383E-8013-4544-BC90-A8800865C68F}" destId="{EF504C08-257D-4D2D-8830-CF3F55799DFA}" srcOrd="4" destOrd="0" presId="urn:microsoft.com/office/officeart/2005/8/layout/hierarchy4"/>
    <dgm:cxn modelId="{82535040-4B3E-4F8D-970D-B0478C51F1C0}" type="presParOf" srcId="{EF504C08-257D-4D2D-8830-CF3F55799DFA}" destId="{C6F3FEE8-BD75-4D14-B2F9-31662B17C619}" srcOrd="0" destOrd="0" presId="urn:microsoft.com/office/officeart/2005/8/layout/hierarchy4"/>
    <dgm:cxn modelId="{47226BB5-D144-4313-8AEF-DDF1AE72ABD3}" type="presParOf" srcId="{EF504C08-257D-4D2D-8830-CF3F55799DFA}" destId="{C192F769-514A-46DC-8909-F8C5F5818CBB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CA19262-2E44-4011-A134-FFE8FDD40D51}" type="doc">
      <dgm:prSet loTypeId="urn:microsoft.com/office/officeart/2009/3/layout/StepUp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1236BB9-A1C9-4686-988B-CA0777F272FB}">
      <dgm:prSet phldrT="[Text]" custT="1"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sz="1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Improve crew planning and scheduling systems</a:t>
          </a:r>
        </a:p>
      </dgm:t>
    </dgm:pt>
    <dgm:pt modelId="{47FE5FE2-701D-4EDB-8298-6076F81903CC}" type="parTrans" cxnId="{0D1A5087-B295-47CB-8751-CFED0E235235}">
      <dgm:prSet/>
      <dgm:spPr/>
      <dgm:t>
        <a:bodyPr/>
        <a:lstStyle/>
        <a:p>
          <a:endParaRPr lang="en-US"/>
        </a:p>
      </dgm:t>
    </dgm:pt>
    <dgm:pt modelId="{EC877B63-A721-43A0-8573-B2E93461F299}" type="sibTrans" cxnId="{0D1A5087-B295-47CB-8751-CFED0E235235}">
      <dgm:prSet/>
      <dgm:spPr/>
      <dgm:t>
        <a:bodyPr/>
        <a:lstStyle/>
        <a:p>
          <a:endParaRPr lang="en-US"/>
        </a:p>
      </dgm:t>
    </dgm:pt>
    <dgm:pt modelId="{4377A56D-A035-4D19-9874-A5EDD308440E}">
      <dgm:prSet phldrT="[Text]" custT="1"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sz="1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Maintain buffer crew capacity for peak demand</a:t>
          </a:r>
        </a:p>
      </dgm:t>
    </dgm:pt>
    <dgm:pt modelId="{E8E0D9E7-7D35-4CC3-8DB6-3409CCCC08D3}" type="parTrans" cxnId="{8C8D0C86-BFEC-49C1-B8DE-074E03A36DF1}">
      <dgm:prSet/>
      <dgm:spPr/>
      <dgm:t>
        <a:bodyPr/>
        <a:lstStyle/>
        <a:p>
          <a:endParaRPr lang="en-US"/>
        </a:p>
      </dgm:t>
    </dgm:pt>
    <dgm:pt modelId="{4C46C3E2-4FFE-41D0-9006-845836A6B2E0}" type="sibTrans" cxnId="{8C8D0C86-BFEC-49C1-B8DE-074E03A36DF1}">
      <dgm:prSet/>
      <dgm:spPr/>
      <dgm:t>
        <a:bodyPr/>
        <a:lstStyle/>
        <a:p>
          <a:endParaRPr lang="en-US"/>
        </a:p>
      </dgm:t>
    </dgm:pt>
    <dgm:pt modelId="{955D91A8-1D2A-4137-B60B-A6400DEEE39B}">
      <dgm:prSet phldrT="[Text]" custT="1"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sz="1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Optimize night flight operations</a:t>
          </a:r>
        </a:p>
      </dgm:t>
    </dgm:pt>
    <dgm:pt modelId="{1199954F-999F-4200-8379-FFF2767776A1}" type="parTrans" cxnId="{F179C83F-B909-42F4-B85F-06BF19A45486}">
      <dgm:prSet/>
      <dgm:spPr/>
      <dgm:t>
        <a:bodyPr/>
        <a:lstStyle/>
        <a:p>
          <a:endParaRPr lang="en-US"/>
        </a:p>
      </dgm:t>
    </dgm:pt>
    <dgm:pt modelId="{8D489D77-005A-45BA-AD5A-13A9C2866937}" type="sibTrans" cxnId="{F179C83F-B909-42F4-B85F-06BF19A45486}">
      <dgm:prSet/>
      <dgm:spPr/>
      <dgm:t>
        <a:bodyPr/>
        <a:lstStyle/>
        <a:p>
          <a:endParaRPr lang="en-US"/>
        </a:p>
      </dgm:t>
    </dgm:pt>
    <dgm:pt modelId="{F932BA5C-4C6B-45A3-8C79-556E8498F39E}">
      <dgm:prSet phldrT="[Text]" custT="1"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sz="1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Implement real-time disruption monitoring system</a:t>
          </a:r>
        </a:p>
      </dgm:t>
    </dgm:pt>
    <dgm:pt modelId="{92639C8A-3821-4D6B-93E4-D5A83B808262}" type="parTrans" cxnId="{1F8D55FC-E665-4E56-AEBB-3F11EF566AD0}">
      <dgm:prSet/>
      <dgm:spPr/>
      <dgm:t>
        <a:bodyPr/>
        <a:lstStyle/>
        <a:p>
          <a:endParaRPr lang="en-US"/>
        </a:p>
      </dgm:t>
    </dgm:pt>
    <dgm:pt modelId="{FA711821-F347-4054-A60E-8CC3081718E2}" type="sibTrans" cxnId="{1F8D55FC-E665-4E56-AEBB-3F11EF566AD0}">
      <dgm:prSet/>
      <dgm:spPr/>
      <dgm:t>
        <a:bodyPr/>
        <a:lstStyle/>
        <a:p>
          <a:endParaRPr lang="en-US"/>
        </a:p>
      </dgm:t>
    </dgm:pt>
    <dgm:pt modelId="{4836CFDE-32D1-4262-831F-2D700A93AF18}">
      <dgm:prSet phldrT="[Text]" custT="1"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sz="1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Strengthen operational </a:t>
          </a:r>
          <a:r>
            <a:rPr lang="en-US" sz="1800" b="1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contingeny</a:t>
          </a:r>
          <a:r>
            <a:rPr lang="en-US" sz="1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planning</a:t>
          </a:r>
        </a:p>
      </dgm:t>
    </dgm:pt>
    <dgm:pt modelId="{1327A496-DDBC-4269-A00B-C67530C8E2ED}" type="parTrans" cxnId="{F2AFEFE2-E659-4270-9381-7C33D2543FB8}">
      <dgm:prSet/>
      <dgm:spPr/>
      <dgm:t>
        <a:bodyPr/>
        <a:lstStyle/>
        <a:p>
          <a:endParaRPr lang="en-US"/>
        </a:p>
      </dgm:t>
    </dgm:pt>
    <dgm:pt modelId="{B251E376-3E1C-4E3B-B3EA-464D8724E627}" type="sibTrans" cxnId="{F2AFEFE2-E659-4270-9381-7C33D2543FB8}">
      <dgm:prSet/>
      <dgm:spPr/>
      <dgm:t>
        <a:bodyPr/>
        <a:lstStyle/>
        <a:p>
          <a:endParaRPr lang="en-US"/>
        </a:p>
      </dgm:t>
    </dgm:pt>
    <dgm:pt modelId="{8F229130-CAEF-4AB3-BF0D-84F3F156C208}">
      <dgm:prSet phldrT="[Text]" custT="1"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sz="1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Reduce dependency on last-minute crew allocation</a:t>
          </a:r>
        </a:p>
      </dgm:t>
    </dgm:pt>
    <dgm:pt modelId="{D055325A-31AF-4439-9C1E-55824CB7991E}" type="parTrans" cxnId="{68F61233-71B1-48BD-BA95-C089906F1A9B}">
      <dgm:prSet/>
      <dgm:spPr/>
      <dgm:t>
        <a:bodyPr/>
        <a:lstStyle/>
        <a:p>
          <a:endParaRPr lang="en-US"/>
        </a:p>
      </dgm:t>
    </dgm:pt>
    <dgm:pt modelId="{CF18048B-3411-4B4B-8D2D-29F374D6E561}" type="sibTrans" cxnId="{68F61233-71B1-48BD-BA95-C089906F1A9B}">
      <dgm:prSet/>
      <dgm:spPr/>
      <dgm:t>
        <a:bodyPr/>
        <a:lstStyle/>
        <a:p>
          <a:endParaRPr lang="en-US"/>
        </a:p>
      </dgm:t>
    </dgm:pt>
    <dgm:pt modelId="{FA1677C0-6D58-4621-80F7-80DABB028584}">
      <dgm:prSet phldrT="[Text]" custT="1"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sz="1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Enhance regulatory compliance planning (FDTL)</a:t>
          </a:r>
        </a:p>
      </dgm:t>
    </dgm:pt>
    <dgm:pt modelId="{6F70108F-D24A-4CA5-A612-0FFD36CD9752}" type="parTrans" cxnId="{3E8ABDDE-D587-499E-B73A-1D00EE89CBF0}">
      <dgm:prSet/>
      <dgm:spPr/>
      <dgm:t>
        <a:bodyPr/>
        <a:lstStyle/>
        <a:p>
          <a:endParaRPr lang="en-US"/>
        </a:p>
      </dgm:t>
    </dgm:pt>
    <dgm:pt modelId="{0C39DC0E-DB4E-4450-89AC-3F374D9389C7}" type="sibTrans" cxnId="{3E8ABDDE-D587-499E-B73A-1D00EE89CBF0}">
      <dgm:prSet/>
      <dgm:spPr/>
      <dgm:t>
        <a:bodyPr/>
        <a:lstStyle/>
        <a:p>
          <a:endParaRPr lang="en-US"/>
        </a:p>
      </dgm:t>
    </dgm:pt>
    <dgm:pt modelId="{7E13682F-1F29-47EE-8C1D-F3A8D27AF8C3}" type="pres">
      <dgm:prSet presAssocID="{ACA19262-2E44-4011-A134-FFE8FDD40D51}" presName="rootnode" presStyleCnt="0">
        <dgm:presLayoutVars>
          <dgm:chMax/>
          <dgm:chPref/>
          <dgm:dir/>
          <dgm:animLvl val="lvl"/>
        </dgm:presLayoutVars>
      </dgm:prSet>
      <dgm:spPr/>
    </dgm:pt>
    <dgm:pt modelId="{6350B28E-3911-4004-9883-40ABD9D38E4D}" type="pres">
      <dgm:prSet presAssocID="{61236BB9-A1C9-4686-988B-CA0777F272FB}" presName="composite" presStyleCnt="0"/>
      <dgm:spPr/>
    </dgm:pt>
    <dgm:pt modelId="{02567101-141D-40F9-B5A2-21BF35108A72}" type="pres">
      <dgm:prSet presAssocID="{61236BB9-A1C9-4686-988B-CA0777F272FB}" presName="LShape" presStyleLbl="alignNode1" presStyleIdx="0" presStyleCnt="13"/>
      <dgm:spPr/>
    </dgm:pt>
    <dgm:pt modelId="{1D7E3681-FC63-4FA4-89D3-E42C3A0E9D28}" type="pres">
      <dgm:prSet presAssocID="{61236BB9-A1C9-4686-988B-CA0777F272FB}" presName="ParentText" presStyleLbl="revTx" presStyleIdx="0" presStyleCnt="7">
        <dgm:presLayoutVars>
          <dgm:chMax val="0"/>
          <dgm:chPref val="0"/>
          <dgm:bulletEnabled val="1"/>
        </dgm:presLayoutVars>
      </dgm:prSet>
      <dgm:spPr/>
    </dgm:pt>
    <dgm:pt modelId="{D9B91C95-185E-48EB-8E69-EF2C81FDD60D}" type="pres">
      <dgm:prSet presAssocID="{61236BB9-A1C9-4686-988B-CA0777F272FB}" presName="Triangle" presStyleLbl="alignNode1" presStyleIdx="1" presStyleCnt="13"/>
      <dgm:spPr/>
    </dgm:pt>
    <dgm:pt modelId="{526D8D28-E69C-47F4-86F9-5401DEAF037D}" type="pres">
      <dgm:prSet presAssocID="{EC877B63-A721-43A0-8573-B2E93461F299}" presName="sibTrans" presStyleCnt="0"/>
      <dgm:spPr/>
    </dgm:pt>
    <dgm:pt modelId="{CC2894C1-6E72-4413-8900-84628EE74AAF}" type="pres">
      <dgm:prSet presAssocID="{EC877B63-A721-43A0-8573-B2E93461F299}" presName="space" presStyleCnt="0"/>
      <dgm:spPr/>
    </dgm:pt>
    <dgm:pt modelId="{5F0811AE-540D-4FED-B93D-582EC8859BD9}" type="pres">
      <dgm:prSet presAssocID="{4377A56D-A035-4D19-9874-A5EDD308440E}" presName="composite" presStyleCnt="0"/>
      <dgm:spPr/>
    </dgm:pt>
    <dgm:pt modelId="{DFD7889F-6F3D-4CBB-8598-55468AF1E69D}" type="pres">
      <dgm:prSet presAssocID="{4377A56D-A035-4D19-9874-A5EDD308440E}" presName="LShape" presStyleLbl="alignNode1" presStyleIdx="2" presStyleCnt="13"/>
      <dgm:spPr/>
    </dgm:pt>
    <dgm:pt modelId="{DD9F3497-6F9D-4C01-9BA6-7B1DDD03AE42}" type="pres">
      <dgm:prSet presAssocID="{4377A56D-A035-4D19-9874-A5EDD308440E}" presName="ParentText" presStyleLbl="revTx" presStyleIdx="1" presStyleCnt="7">
        <dgm:presLayoutVars>
          <dgm:chMax val="0"/>
          <dgm:chPref val="0"/>
          <dgm:bulletEnabled val="1"/>
        </dgm:presLayoutVars>
      </dgm:prSet>
      <dgm:spPr/>
    </dgm:pt>
    <dgm:pt modelId="{1D97EAF6-3C1C-458F-946E-A3580F89E25B}" type="pres">
      <dgm:prSet presAssocID="{4377A56D-A035-4D19-9874-A5EDD308440E}" presName="Triangle" presStyleLbl="alignNode1" presStyleIdx="3" presStyleCnt="13"/>
      <dgm:spPr/>
    </dgm:pt>
    <dgm:pt modelId="{973B0B30-A55B-47D6-8B93-95EC7151705F}" type="pres">
      <dgm:prSet presAssocID="{4C46C3E2-4FFE-41D0-9006-845836A6B2E0}" presName="sibTrans" presStyleCnt="0"/>
      <dgm:spPr/>
    </dgm:pt>
    <dgm:pt modelId="{A235A3B4-8673-4092-ACAD-F96F766C9F7F}" type="pres">
      <dgm:prSet presAssocID="{4C46C3E2-4FFE-41D0-9006-845836A6B2E0}" presName="space" presStyleCnt="0"/>
      <dgm:spPr/>
    </dgm:pt>
    <dgm:pt modelId="{323E7C47-82FD-4848-A65D-5CE9B33E9068}" type="pres">
      <dgm:prSet presAssocID="{955D91A8-1D2A-4137-B60B-A6400DEEE39B}" presName="composite" presStyleCnt="0"/>
      <dgm:spPr/>
    </dgm:pt>
    <dgm:pt modelId="{BB6FF5B7-36A5-4F1F-AA50-D829C0E265A9}" type="pres">
      <dgm:prSet presAssocID="{955D91A8-1D2A-4137-B60B-A6400DEEE39B}" presName="LShape" presStyleLbl="alignNode1" presStyleIdx="4" presStyleCnt="13"/>
      <dgm:spPr/>
    </dgm:pt>
    <dgm:pt modelId="{E1C83335-1842-4452-AB8C-B34918415911}" type="pres">
      <dgm:prSet presAssocID="{955D91A8-1D2A-4137-B60B-A6400DEEE39B}" presName="ParentText" presStyleLbl="revTx" presStyleIdx="2" presStyleCnt="7">
        <dgm:presLayoutVars>
          <dgm:chMax val="0"/>
          <dgm:chPref val="0"/>
          <dgm:bulletEnabled val="1"/>
        </dgm:presLayoutVars>
      </dgm:prSet>
      <dgm:spPr/>
    </dgm:pt>
    <dgm:pt modelId="{9656990E-4DC8-405B-B60D-52C0B86D2B88}" type="pres">
      <dgm:prSet presAssocID="{955D91A8-1D2A-4137-B60B-A6400DEEE39B}" presName="Triangle" presStyleLbl="alignNode1" presStyleIdx="5" presStyleCnt="13"/>
      <dgm:spPr/>
    </dgm:pt>
    <dgm:pt modelId="{34E27217-D180-44A3-B0A9-1E204FA36135}" type="pres">
      <dgm:prSet presAssocID="{8D489D77-005A-45BA-AD5A-13A9C2866937}" presName="sibTrans" presStyleCnt="0"/>
      <dgm:spPr/>
    </dgm:pt>
    <dgm:pt modelId="{6B4DEFA3-3B23-4249-84FB-4EAC6FFBB61F}" type="pres">
      <dgm:prSet presAssocID="{8D489D77-005A-45BA-AD5A-13A9C2866937}" presName="space" presStyleCnt="0"/>
      <dgm:spPr/>
    </dgm:pt>
    <dgm:pt modelId="{00AFD13A-CEAD-4CB4-9F9A-BCA773421527}" type="pres">
      <dgm:prSet presAssocID="{F932BA5C-4C6B-45A3-8C79-556E8498F39E}" presName="composite" presStyleCnt="0"/>
      <dgm:spPr/>
    </dgm:pt>
    <dgm:pt modelId="{C4E86D63-7D70-4BC2-8DCD-1EB85BA827E7}" type="pres">
      <dgm:prSet presAssocID="{F932BA5C-4C6B-45A3-8C79-556E8498F39E}" presName="LShape" presStyleLbl="alignNode1" presStyleIdx="6" presStyleCnt="13"/>
      <dgm:spPr/>
    </dgm:pt>
    <dgm:pt modelId="{833CD146-0E7B-422F-ADA8-427EAD141950}" type="pres">
      <dgm:prSet presAssocID="{F932BA5C-4C6B-45A3-8C79-556E8498F39E}" presName="ParentText" presStyleLbl="revTx" presStyleIdx="3" presStyleCnt="7">
        <dgm:presLayoutVars>
          <dgm:chMax val="0"/>
          <dgm:chPref val="0"/>
          <dgm:bulletEnabled val="1"/>
        </dgm:presLayoutVars>
      </dgm:prSet>
      <dgm:spPr/>
    </dgm:pt>
    <dgm:pt modelId="{05ED72D3-9FA4-4DCA-8E1B-EE87494584FC}" type="pres">
      <dgm:prSet presAssocID="{F932BA5C-4C6B-45A3-8C79-556E8498F39E}" presName="Triangle" presStyleLbl="alignNode1" presStyleIdx="7" presStyleCnt="13"/>
      <dgm:spPr/>
    </dgm:pt>
    <dgm:pt modelId="{B2F45BBE-F5B3-414B-9ABA-DD5FF9CE5878}" type="pres">
      <dgm:prSet presAssocID="{FA711821-F347-4054-A60E-8CC3081718E2}" presName="sibTrans" presStyleCnt="0"/>
      <dgm:spPr/>
    </dgm:pt>
    <dgm:pt modelId="{CF689B92-CC36-4A0A-AF68-64C5964E3F7B}" type="pres">
      <dgm:prSet presAssocID="{FA711821-F347-4054-A60E-8CC3081718E2}" presName="space" presStyleCnt="0"/>
      <dgm:spPr/>
    </dgm:pt>
    <dgm:pt modelId="{28B97552-BA14-482D-8C78-C578FAD63848}" type="pres">
      <dgm:prSet presAssocID="{4836CFDE-32D1-4262-831F-2D700A93AF18}" presName="composite" presStyleCnt="0"/>
      <dgm:spPr/>
    </dgm:pt>
    <dgm:pt modelId="{DCA1AE37-058A-4B7F-BAF9-7D40BD23F0CC}" type="pres">
      <dgm:prSet presAssocID="{4836CFDE-32D1-4262-831F-2D700A93AF18}" presName="LShape" presStyleLbl="alignNode1" presStyleIdx="8" presStyleCnt="13"/>
      <dgm:spPr/>
    </dgm:pt>
    <dgm:pt modelId="{EE99DC32-F05A-4FC3-A4AE-CA40EA552EA0}" type="pres">
      <dgm:prSet presAssocID="{4836CFDE-32D1-4262-831F-2D700A93AF18}" presName="ParentText" presStyleLbl="revTx" presStyleIdx="4" presStyleCnt="7">
        <dgm:presLayoutVars>
          <dgm:chMax val="0"/>
          <dgm:chPref val="0"/>
          <dgm:bulletEnabled val="1"/>
        </dgm:presLayoutVars>
      </dgm:prSet>
      <dgm:spPr/>
    </dgm:pt>
    <dgm:pt modelId="{0F530153-B285-44D0-9943-9741BB10169D}" type="pres">
      <dgm:prSet presAssocID="{4836CFDE-32D1-4262-831F-2D700A93AF18}" presName="Triangle" presStyleLbl="alignNode1" presStyleIdx="9" presStyleCnt="13"/>
      <dgm:spPr/>
    </dgm:pt>
    <dgm:pt modelId="{0F33C7CA-4F72-4C55-AC5D-AE484D6FBAE2}" type="pres">
      <dgm:prSet presAssocID="{B251E376-3E1C-4E3B-B3EA-464D8724E627}" presName="sibTrans" presStyleCnt="0"/>
      <dgm:spPr/>
    </dgm:pt>
    <dgm:pt modelId="{02ABC6DF-2FD0-4C4B-927D-863109996364}" type="pres">
      <dgm:prSet presAssocID="{B251E376-3E1C-4E3B-B3EA-464D8724E627}" presName="space" presStyleCnt="0"/>
      <dgm:spPr/>
    </dgm:pt>
    <dgm:pt modelId="{EDFCB49F-69FE-4FE1-9BA4-D04AEFF902AD}" type="pres">
      <dgm:prSet presAssocID="{8F229130-CAEF-4AB3-BF0D-84F3F156C208}" presName="composite" presStyleCnt="0"/>
      <dgm:spPr/>
    </dgm:pt>
    <dgm:pt modelId="{F65E11B4-3EC1-4A55-877C-C9EB9ECE3CCB}" type="pres">
      <dgm:prSet presAssocID="{8F229130-CAEF-4AB3-BF0D-84F3F156C208}" presName="LShape" presStyleLbl="alignNode1" presStyleIdx="10" presStyleCnt="13"/>
      <dgm:spPr/>
    </dgm:pt>
    <dgm:pt modelId="{3FC15363-3E5E-4B10-A9E7-28B0AB50203E}" type="pres">
      <dgm:prSet presAssocID="{8F229130-CAEF-4AB3-BF0D-84F3F156C208}" presName="ParentText" presStyleLbl="revTx" presStyleIdx="5" presStyleCnt="7">
        <dgm:presLayoutVars>
          <dgm:chMax val="0"/>
          <dgm:chPref val="0"/>
          <dgm:bulletEnabled val="1"/>
        </dgm:presLayoutVars>
      </dgm:prSet>
      <dgm:spPr/>
    </dgm:pt>
    <dgm:pt modelId="{40466C78-A20F-4CC0-8CED-E48D37BC9761}" type="pres">
      <dgm:prSet presAssocID="{8F229130-CAEF-4AB3-BF0D-84F3F156C208}" presName="Triangle" presStyleLbl="alignNode1" presStyleIdx="11" presStyleCnt="13"/>
      <dgm:spPr/>
    </dgm:pt>
    <dgm:pt modelId="{6A8894EE-5DE3-454A-B949-26C8DE715119}" type="pres">
      <dgm:prSet presAssocID="{CF18048B-3411-4B4B-8D2D-29F374D6E561}" presName="sibTrans" presStyleCnt="0"/>
      <dgm:spPr/>
    </dgm:pt>
    <dgm:pt modelId="{DEACAFCF-D415-42C4-A4C3-251F30C9C3A1}" type="pres">
      <dgm:prSet presAssocID="{CF18048B-3411-4B4B-8D2D-29F374D6E561}" presName="space" presStyleCnt="0"/>
      <dgm:spPr/>
    </dgm:pt>
    <dgm:pt modelId="{85B9C892-BF4A-4D54-93EC-69C582F1917B}" type="pres">
      <dgm:prSet presAssocID="{FA1677C0-6D58-4621-80F7-80DABB028584}" presName="composite" presStyleCnt="0"/>
      <dgm:spPr/>
    </dgm:pt>
    <dgm:pt modelId="{E4EFE0C8-FE36-4176-937C-E68532BBF528}" type="pres">
      <dgm:prSet presAssocID="{FA1677C0-6D58-4621-80F7-80DABB028584}" presName="LShape" presStyleLbl="alignNode1" presStyleIdx="12" presStyleCnt="13"/>
      <dgm:spPr/>
    </dgm:pt>
    <dgm:pt modelId="{C07598B6-8500-41AF-8D52-2C59856B572E}" type="pres">
      <dgm:prSet presAssocID="{FA1677C0-6D58-4621-80F7-80DABB028584}" presName="ParentText" presStyleLbl="revTx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70732A13-AEE8-4595-8506-2605DC17488F}" type="presOf" srcId="{8F229130-CAEF-4AB3-BF0D-84F3F156C208}" destId="{3FC15363-3E5E-4B10-A9E7-28B0AB50203E}" srcOrd="0" destOrd="0" presId="urn:microsoft.com/office/officeart/2009/3/layout/StepUpProcess"/>
    <dgm:cxn modelId="{061A0F20-F68A-40EB-9658-AB2898AB2424}" type="presOf" srcId="{F932BA5C-4C6B-45A3-8C79-556E8498F39E}" destId="{833CD146-0E7B-422F-ADA8-427EAD141950}" srcOrd="0" destOrd="0" presId="urn:microsoft.com/office/officeart/2009/3/layout/StepUpProcess"/>
    <dgm:cxn modelId="{68F61233-71B1-48BD-BA95-C089906F1A9B}" srcId="{ACA19262-2E44-4011-A134-FFE8FDD40D51}" destId="{8F229130-CAEF-4AB3-BF0D-84F3F156C208}" srcOrd="5" destOrd="0" parTransId="{D055325A-31AF-4439-9C1E-55824CB7991E}" sibTransId="{CF18048B-3411-4B4B-8D2D-29F374D6E561}"/>
    <dgm:cxn modelId="{3F90B038-B801-4BD1-B932-D0B593D3E68A}" type="presOf" srcId="{61236BB9-A1C9-4686-988B-CA0777F272FB}" destId="{1D7E3681-FC63-4FA4-89D3-E42C3A0E9D28}" srcOrd="0" destOrd="0" presId="urn:microsoft.com/office/officeart/2009/3/layout/StepUpProcess"/>
    <dgm:cxn modelId="{F179C83F-B909-42F4-B85F-06BF19A45486}" srcId="{ACA19262-2E44-4011-A134-FFE8FDD40D51}" destId="{955D91A8-1D2A-4137-B60B-A6400DEEE39B}" srcOrd="2" destOrd="0" parTransId="{1199954F-999F-4200-8379-FFF2767776A1}" sibTransId="{8D489D77-005A-45BA-AD5A-13A9C2866937}"/>
    <dgm:cxn modelId="{D10F845E-21F6-4218-A4C7-7E6190C41621}" type="presOf" srcId="{4836CFDE-32D1-4262-831F-2D700A93AF18}" destId="{EE99DC32-F05A-4FC3-A4AE-CA40EA552EA0}" srcOrd="0" destOrd="0" presId="urn:microsoft.com/office/officeart/2009/3/layout/StepUpProcess"/>
    <dgm:cxn modelId="{ADAF8880-0593-4822-B1C7-4409E38301BE}" type="presOf" srcId="{955D91A8-1D2A-4137-B60B-A6400DEEE39B}" destId="{E1C83335-1842-4452-AB8C-B34918415911}" srcOrd="0" destOrd="0" presId="urn:microsoft.com/office/officeart/2009/3/layout/StepUpProcess"/>
    <dgm:cxn modelId="{8C8D0C86-BFEC-49C1-B8DE-074E03A36DF1}" srcId="{ACA19262-2E44-4011-A134-FFE8FDD40D51}" destId="{4377A56D-A035-4D19-9874-A5EDD308440E}" srcOrd="1" destOrd="0" parTransId="{E8E0D9E7-7D35-4CC3-8DB6-3409CCCC08D3}" sibTransId="{4C46C3E2-4FFE-41D0-9006-845836A6B2E0}"/>
    <dgm:cxn modelId="{0D1A5087-B295-47CB-8751-CFED0E235235}" srcId="{ACA19262-2E44-4011-A134-FFE8FDD40D51}" destId="{61236BB9-A1C9-4686-988B-CA0777F272FB}" srcOrd="0" destOrd="0" parTransId="{47FE5FE2-701D-4EDB-8298-6076F81903CC}" sibTransId="{EC877B63-A721-43A0-8573-B2E93461F299}"/>
    <dgm:cxn modelId="{6AB0F78E-6D8D-4C61-87BA-64877AA23B8B}" type="presOf" srcId="{FA1677C0-6D58-4621-80F7-80DABB028584}" destId="{C07598B6-8500-41AF-8D52-2C59856B572E}" srcOrd="0" destOrd="0" presId="urn:microsoft.com/office/officeart/2009/3/layout/StepUpProcess"/>
    <dgm:cxn modelId="{B74A6CAB-D070-442B-B4D0-8463C615A424}" type="presOf" srcId="{4377A56D-A035-4D19-9874-A5EDD308440E}" destId="{DD9F3497-6F9D-4C01-9BA6-7B1DDD03AE42}" srcOrd="0" destOrd="0" presId="urn:microsoft.com/office/officeart/2009/3/layout/StepUpProcess"/>
    <dgm:cxn modelId="{C4863AD8-F263-4969-9218-452772923B5D}" type="presOf" srcId="{ACA19262-2E44-4011-A134-FFE8FDD40D51}" destId="{7E13682F-1F29-47EE-8C1D-F3A8D27AF8C3}" srcOrd="0" destOrd="0" presId="urn:microsoft.com/office/officeart/2009/3/layout/StepUpProcess"/>
    <dgm:cxn modelId="{3E8ABDDE-D587-499E-B73A-1D00EE89CBF0}" srcId="{ACA19262-2E44-4011-A134-FFE8FDD40D51}" destId="{FA1677C0-6D58-4621-80F7-80DABB028584}" srcOrd="6" destOrd="0" parTransId="{6F70108F-D24A-4CA5-A612-0FFD36CD9752}" sibTransId="{0C39DC0E-DB4E-4450-89AC-3F374D9389C7}"/>
    <dgm:cxn modelId="{F2AFEFE2-E659-4270-9381-7C33D2543FB8}" srcId="{ACA19262-2E44-4011-A134-FFE8FDD40D51}" destId="{4836CFDE-32D1-4262-831F-2D700A93AF18}" srcOrd="4" destOrd="0" parTransId="{1327A496-DDBC-4269-A00B-C67530C8E2ED}" sibTransId="{B251E376-3E1C-4E3B-B3EA-464D8724E627}"/>
    <dgm:cxn modelId="{1F8D55FC-E665-4E56-AEBB-3F11EF566AD0}" srcId="{ACA19262-2E44-4011-A134-FFE8FDD40D51}" destId="{F932BA5C-4C6B-45A3-8C79-556E8498F39E}" srcOrd="3" destOrd="0" parTransId="{92639C8A-3821-4D6B-93E4-D5A83B808262}" sibTransId="{FA711821-F347-4054-A60E-8CC3081718E2}"/>
    <dgm:cxn modelId="{E7C2B76C-3EE8-4256-803E-7795924FBCDB}" type="presParOf" srcId="{7E13682F-1F29-47EE-8C1D-F3A8D27AF8C3}" destId="{6350B28E-3911-4004-9883-40ABD9D38E4D}" srcOrd="0" destOrd="0" presId="urn:microsoft.com/office/officeart/2009/3/layout/StepUpProcess"/>
    <dgm:cxn modelId="{65D20362-6399-41FD-B06E-A6F2D708E52D}" type="presParOf" srcId="{6350B28E-3911-4004-9883-40ABD9D38E4D}" destId="{02567101-141D-40F9-B5A2-21BF35108A72}" srcOrd="0" destOrd="0" presId="urn:microsoft.com/office/officeart/2009/3/layout/StepUpProcess"/>
    <dgm:cxn modelId="{DD653267-4DC2-4E5D-8898-2CA24E53240C}" type="presParOf" srcId="{6350B28E-3911-4004-9883-40ABD9D38E4D}" destId="{1D7E3681-FC63-4FA4-89D3-E42C3A0E9D28}" srcOrd="1" destOrd="0" presId="urn:microsoft.com/office/officeart/2009/3/layout/StepUpProcess"/>
    <dgm:cxn modelId="{2A23BE3B-0C2A-43D6-A14E-429765CE69DB}" type="presParOf" srcId="{6350B28E-3911-4004-9883-40ABD9D38E4D}" destId="{D9B91C95-185E-48EB-8E69-EF2C81FDD60D}" srcOrd="2" destOrd="0" presId="urn:microsoft.com/office/officeart/2009/3/layout/StepUpProcess"/>
    <dgm:cxn modelId="{E5BDCC5F-9526-428C-9913-0695AB8374C0}" type="presParOf" srcId="{7E13682F-1F29-47EE-8C1D-F3A8D27AF8C3}" destId="{526D8D28-E69C-47F4-86F9-5401DEAF037D}" srcOrd="1" destOrd="0" presId="urn:microsoft.com/office/officeart/2009/3/layout/StepUpProcess"/>
    <dgm:cxn modelId="{3CCD0B87-8170-4BA1-B717-E311BD675C92}" type="presParOf" srcId="{526D8D28-E69C-47F4-86F9-5401DEAF037D}" destId="{CC2894C1-6E72-4413-8900-84628EE74AAF}" srcOrd="0" destOrd="0" presId="urn:microsoft.com/office/officeart/2009/3/layout/StepUpProcess"/>
    <dgm:cxn modelId="{1FC09AD1-D320-44F4-90D1-1066E88AD2CA}" type="presParOf" srcId="{7E13682F-1F29-47EE-8C1D-F3A8D27AF8C3}" destId="{5F0811AE-540D-4FED-B93D-582EC8859BD9}" srcOrd="2" destOrd="0" presId="urn:microsoft.com/office/officeart/2009/3/layout/StepUpProcess"/>
    <dgm:cxn modelId="{91CA2070-1841-4177-A8C8-164B0D60DC19}" type="presParOf" srcId="{5F0811AE-540D-4FED-B93D-582EC8859BD9}" destId="{DFD7889F-6F3D-4CBB-8598-55468AF1E69D}" srcOrd="0" destOrd="0" presId="urn:microsoft.com/office/officeart/2009/3/layout/StepUpProcess"/>
    <dgm:cxn modelId="{9C793F33-0617-41F1-8AB9-C3086FD216EB}" type="presParOf" srcId="{5F0811AE-540D-4FED-B93D-582EC8859BD9}" destId="{DD9F3497-6F9D-4C01-9BA6-7B1DDD03AE42}" srcOrd="1" destOrd="0" presId="urn:microsoft.com/office/officeart/2009/3/layout/StepUpProcess"/>
    <dgm:cxn modelId="{C16CF5E3-9660-430D-A2C6-2A04580DACDE}" type="presParOf" srcId="{5F0811AE-540D-4FED-B93D-582EC8859BD9}" destId="{1D97EAF6-3C1C-458F-946E-A3580F89E25B}" srcOrd="2" destOrd="0" presId="urn:microsoft.com/office/officeart/2009/3/layout/StepUpProcess"/>
    <dgm:cxn modelId="{B0E9E52C-8097-4025-BC55-A6E065BA7C7D}" type="presParOf" srcId="{7E13682F-1F29-47EE-8C1D-F3A8D27AF8C3}" destId="{973B0B30-A55B-47D6-8B93-95EC7151705F}" srcOrd="3" destOrd="0" presId="urn:microsoft.com/office/officeart/2009/3/layout/StepUpProcess"/>
    <dgm:cxn modelId="{050737BD-8E0E-4A76-B038-70EFFCB31908}" type="presParOf" srcId="{973B0B30-A55B-47D6-8B93-95EC7151705F}" destId="{A235A3B4-8673-4092-ACAD-F96F766C9F7F}" srcOrd="0" destOrd="0" presId="urn:microsoft.com/office/officeart/2009/3/layout/StepUpProcess"/>
    <dgm:cxn modelId="{BA6BFBA9-3328-42E8-AD45-EA64931DC69A}" type="presParOf" srcId="{7E13682F-1F29-47EE-8C1D-F3A8D27AF8C3}" destId="{323E7C47-82FD-4848-A65D-5CE9B33E9068}" srcOrd="4" destOrd="0" presId="urn:microsoft.com/office/officeart/2009/3/layout/StepUpProcess"/>
    <dgm:cxn modelId="{82DBBB65-74DA-418C-A0A5-27AF0B7F382C}" type="presParOf" srcId="{323E7C47-82FD-4848-A65D-5CE9B33E9068}" destId="{BB6FF5B7-36A5-4F1F-AA50-D829C0E265A9}" srcOrd="0" destOrd="0" presId="urn:microsoft.com/office/officeart/2009/3/layout/StepUpProcess"/>
    <dgm:cxn modelId="{370B8088-3098-4BC9-92E3-54E1B8B84335}" type="presParOf" srcId="{323E7C47-82FD-4848-A65D-5CE9B33E9068}" destId="{E1C83335-1842-4452-AB8C-B34918415911}" srcOrd="1" destOrd="0" presId="urn:microsoft.com/office/officeart/2009/3/layout/StepUpProcess"/>
    <dgm:cxn modelId="{E71D2AE6-7B62-45FD-BAAA-5B877DD66DBF}" type="presParOf" srcId="{323E7C47-82FD-4848-A65D-5CE9B33E9068}" destId="{9656990E-4DC8-405B-B60D-52C0B86D2B88}" srcOrd="2" destOrd="0" presId="urn:microsoft.com/office/officeart/2009/3/layout/StepUpProcess"/>
    <dgm:cxn modelId="{985026F8-9FB1-4B7A-86FC-283F2E84DAFF}" type="presParOf" srcId="{7E13682F-1F29-47EE-8C1D-F3A8D27AF8C3}" destId="{34E27217-D180-44A3-B0A9-1E204FA36135}" srcOrd="5" destOrd="0" presId="urn:microsoft.com/office/officeart/2009/3/layout/StepUpProcess"/>
    <dgm:cxn modelId="{EF99F95D-7DF7-4690-A4FD-6DA16E4062D4}" type="presParOf" srcId="{34E27217-D180-44A3-B0A9-1E204FA36135}" destId="{6B4DEFA3-3B23-4249-84FB-4EAC6FFBB61F}" srcOrd="0" destOrd="0" presId="urn:microsoft.com/office/officeart/2009/3/layout/StepUpProcess"/>
    <dgm:cxn modelId="{A5074093-7789-40C1-9234-2021B666C521}" type="presParOf" srcId="{7E13682F-1F29-47EE-8C1D-F3A8D27AF8C3}" destId="{00AFD13A-CEAD-4CB4-9F9A-BCA773421527}" srcOrd="6" destOrd="0" presId="urn:microsoft.com/office/officeart/2009/3/layout/StepUpProcess"/>
    <dgm:cxn modelId="{04E1C3E5-03CD-4CD2-B77B-5E40C683709A}" type="presParOf" srcId="{00AFD13A-CEAD-4CB4-9F9A-BCA773421527}" destId="{C4E86D63-7D70-4BC2-8DCD-1EB85BA827E7}" srcOrd="0" destOrd="0" presId="urn:microsoft.com/office/officeart/2009/3/layout/StepUpProcess"/>
    <dgm:cxn modelId="{8EA5ED9B-6D26-4183-A9ED-D06296CC46BA}" type="presParOf" srcId="{00AFD13A-CEAD-4CB4-9F9A-BCA773421527}" destId="{833CD146-0E7B-422F-ADA8-427EAD141950}" srcOrd="1" destOrd="0" presId="urn:microsoft.com/office/officeart/2009/3/layout/StepUpProcess"/>
    <dgm:cxn modelId="{42CD9150-1A76-49F7-BA8F-F7ED4634A693}" type="presParOf" srcId="{00AFD13A-CEAD-4CB4-9F9A-BCA773421527}" destId="{05ED72D3-9FA4-4DCA-8E1B-EE87494584FC}" srcOrd="2" destOrd="0" presId="urn:microsoft.com/office/officeart/2009/3/layout/StepUpProcess"/>
    <dgm:cxn modelId="{E34E3A3D-0DF9-4853-859D-BD0C609F63DE}" type="presParOf" srcId="{7E13682F-1F29-47EE-8C1D-F3A8D27AF8C3}" destId="{B2F45BBE-F5B3-414B-9ABA-DD5FF9CE5878}" srcOrd="7" destOrd="0" presId="urn:microsoft.com/office/officeart/2009/3/layout/StepUpProcess"/>
    <dgm:cxn modelId="{57788245-9CB6-43C5-912D-4EFC1E4EB995}" type="presParOf" srcId="{B2F45BBE-F5B3-414B-9ABA-DD5FF9CE5878}" destId="{CF689B92-CC36-4A0A-AF68-64C5964E3F7B}" srcOrd="0" destOrd="0" presId="urn:microsoft.com/office/officeart/2009/3/layout/StepUpProcess"/>
    <dgm:cxn modelId="{E9943A02-3ECF-45A6-B2AB-250DA4ECC9DC}" type="presParOf" srcId="{7E13682F-1F29-47EE-8C1D-F3A8D27AF8C3}" destId="{28B97552-BA14-482D-8C78-C578FAD63848}" srcOrd="8" destOrd="0" presId="urn:microsoft.com/office/officeart/2009/3/layout/StepUpProcess"/>
    <dgm:cxn modelId="{0E64F47B-1E7E-48E7-BD83-8BD543C7A73D}" type="presParOf" srcId="{28B97552-BA14-482D-8C78-C578FAD63848}" destId="{DCA1AE37-058A-4B7F-BAF9-7D40BD23F0CC}" srcOrd="0" destOrd="0" presId="urn:microsoft.com/office/officeart/2009/3/layout/StepUpProcess"/>
    <dgm:cxn modelId="{E60CA0A9-A4DD-4B7C-825B-757966825F16}" type="presParOf" srcId="{28B97552-BA14-482D-8C78-C578FAD63848}" destId="{EE99DC32-F05A-4FC3-A4AE-CA40EA552EA0}" srcOrd="1" destOrd="0" presId="urn:microsoft.com/office/officeart/2009/3/layout/StepUpProcess"/>
    <dgm:cxn modelId="{36853DD4-911D-4961-9E1A-EE8CCB076471}" type="presParOf" srcId="{28B97552-BA14-482D-8C78-C578FAD63848}" destId="{0F530153-B285-44D0-9943-9741BB10169D}" srcOrd="2" destOrd="0" presId="urn:microsoft.com/office/officeart/2009/3/layout/StepUpProcess"/>
    <dgm:cxn modelId="{4D8019AA-06A4-4524-BA9A-F83AF554F701}" type="presParOf" srcId="{7E13682F-1F29-47EE-8C1D-F3A8D27AF8C3}" destId="{0F33C7CA-4F72-4C55-AC5D-AE484D6FBAE2}" srcOrd="9" destOrd="0" presId="urn:microsoft.com/office/officeart/2009/3/layout/StepUpProcess"/>
    <dgm:cxn modelId="{26A4FF11-94C8-492C-88B1-F2F27D88A9A6}" type="presParOf" srcId="{0F33C7CA-4F72-4C55-AC5D-AE484D6FBAE2}" destId="{02ABC6DF-2FD0-4C4B-927D-863109996364}" srcOrd="0" destOrd="0" presId="urn:microsoft.com/office/officeart/2009/3/layout/StepUpProcess"/>
    <dgm:cxn modelId="{6482CE7D-BD63-40B1-86E5-27FF9F9677CB}" type="presParOf" srcId="{7E13682F-1F29-47EE-8C1D-F3A8D27AF8C3}" destId="{EDFCB49F-69FE-4FE1-9BA4-D04AEFF902AD}" srcOrd="10" destOrd="0" presId="urn:microsoft.com/office/officeart/2009/3/layout/StepUpProcess"/>
    <dgm:cxn modelId="{26EC3847-D735-4F28-9170-6FB88A364BC3}" type="presParOf" srcId="{EDFCB49F-69FE-4FE1-9BA4-D04AEFF902AD}" destId="{F65E11B4-3EC1-4A55-877C-C9EB9ECE3CCB}" srcOrd="0" destOrd="0" presId="urn:microsoft.com/office/officeart/2009/3/layout/StepUpProcess"/>
    <dgm:cxn modelId="{870D9AE7-34A9-4BB4-9695-C68AE2BEA7D5}" type="presParOf" srcId="{EDFCB49F-69FE-4FE1-9BA4-D04AEFF902AD}" destId="{3FC15363-3E5E-4B10-A9E7-28B0AB50203E}" srcOrd="1" destOrd="0" presId="urn:microsoft.com/office/officeart/2009/3/layout/StepUpProcess"/>
    <dgm:cxn modelId="{4E2D7B96-B331-4E46-9A64-3A10BD8A6530}" type="presParOf" srcId="{EDFCB49F-69FE-4FE1-9BA4-D04AEFF902AD}" destId="{40466C78-A20F-4CC0-8CED-E48D37BC9761}" srcOrd="2" destOrd="0" presId="urn:microsoft.com/office/officeart/2009/3/layout/StepUpProcess"/>
    <dgm:cxn modelId="{58B2F579-2AA3-44A0-8B10-DA8731F27329}" type="presParOf" srcId="{7E13682F-1F29-47EE-8C1D-F3A8D27AF8C3}" destId="{6A8894EE-5DE3-454A-B949-26C8DE715119}" srcOrd="11" destOrd="0" presId="urn:microsoft.com/office/officeart/2009/3/layout/StepUpProcess"/>
    <dgm:cxn modelId="{64A8E268-395C-4F3A-BA69-258AAE7D265A}" type="presParOf" srcId="{6A8894EE-5DE3-454A-B949-26C8DE715119}" destId="{DEACAFCF-D415-42C4-A4C3-251F30C9C3A1}" srcOrd="0" destOrd="0" presId="urn:microsoft.com/office/officeart/2009/3/layout/StepUpProcess"/>
    <dgm:cxn modelId="{9B92DF76-B56E-43BB-8720-3817BD09EAED}" type="presParOf" srcId="{7E13682F-1F29-47EE-8C1D-F3A8D27AF8C3}" destId="{85B9C892-BF4A-4D54-93EC-69C582F1917B}" srcOrd="12" destOrd="0" presId="urn:microsoft.com/office/officeart/2009/3/layout/StepUpProcess"/>
    <dgm:cxn modelId="{EC31A260-B7DA-4297-9107-1C5DCE31F01C}" type="presParOf" srcId="{85B9C892-BF4A-4D54-93EC-69C582F1917B}" destId="{E4EFE0C8-FE36-4176-937C-E68532BBF528}" srcOrd="0" destOrd="0" presId="urn:microsoft.com/office/officeart/2009/3/layout/StepUpProcess"/>
    <dgm:cxn modelId="{DC46E69D-7B94-47BE-AB7E-962FB2C529E0}" type="presParOf" srcId="{85B9C892-BF4A-4D54-93EC-69C582F1917B}" destId="{C07598B6-8500-41AF-8D52-2C59856B572E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8DF64D-ECA1-49F9-B17A-7995FABB294A}">
      <dsp:nvSpPr>
        <dsp:cNvPr id="0" name=""/>
        <dsp:cNvSpPr/>
      </dsp:nvSpPr>
      <dsp:spPr>
        <a:xfrm>
          <a:off x="966" y="59484"/>
          <a:ext cx="8417759" cy="1753146"/>
        </a:xfrm>
        <a:prstGeom prst="roundRect">
          <a:avLst>
            <a:gd name="adj" fmla="val 10000"/>
          </a:avLst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High </a:t>
          </a:r>
          <a:r>
            <a:rPr lang="en-US" sz="4600" b="1" kern="1200" dirty="0"/>
            <a:t>FDTL violations (~46%)</a:t>
          </a:r>
          <a:r>
            <a:rPr lang="en-US" sz="4600" kern="1200" dirty="0"/>
            <a:t> indicate poor crew planning</a:t>
          </a:r>
        </a:p>
      </dsp:txBody>
      <dsp:txXfrm>
        <a:off x="52314" y="110832"/>
        <a:ext cx="8315063" cy="1650450"/>
      </dsp:txXfrm>
    </dsp:sp>
    <dsp:sp modelId="{02B43B97-BF7F-4764-A0B2-96A76EEBA15E}">
      <dsp:nvSpPr>
        <dsp:cNvPr id="0" name=""/>
        <dsp:cNvSpPr/>
      </dsp:nvSpPr>
      <dsp:spPr>
        <a:xfrm>
          <a:off x="966" y="1902408"/>
          <a:ext cx="3299244" cy="1753146"/>
        </a:xfrm>
        <a:prstGeom prst="roundRect">
          <a:avLst>
            <a:gd name="adj" fmla="val 10000"/>
          </a:avLst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Reduction in violations led to </a:t>
          </a:r>
          <a:r>
            <a:rPr lang="en-US" sz="2500" b="1" kern="1200" dirty="0"/>
            <a:t>crew shortage and cancellations</a:t>
          </a:r>
          <a:endParaRPr lang="en-US" sz="2500" kern="1200" dirty="0"/>
        </a:p>
      </dsp:txBody>
      <dsp:txXfrm>
        <a:off x="52314" y="1953756"/>
        <a:ext cx="3196548" cy="1650450"/>
      </dsp:txXfrm>
    </dsp:sp>
    <dsp:sp modelId="{A93A8664-20E7-4FDA-96A0-8E39C14A42CE}">
      <dsp:nvSpPr>
        <dsp:cNvPr id="0" name=""/>
        <dsp:cNvSpPr/>
      </dsp:nvSpPr>
      <dsp:spPr>
        <a:xfrm>
          <a:off x="966" y="3804280"/>
          <a:ext cx="1615692" cy="1753146"/>
        </a:xfrm>
        <a:prstGeom prst="roundRect">
          <a:avLst>
            <a:gd name="adj" fmla="val 10000"/>
          </a:avLst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Revenue dropped</a:t>
          </a:r>
          <a:r>
            <a:rPr lang="en-US" sz="1800" kern="1200" dirty="0"/>
            <a:t> significantly during crisis period</a:t>
          </a:r>
        </a:p>
      </dsp:txBody>
      <dsp:txXfrm>
        <a:off x="48288" y="3851602"/>
        <a:ext cx="1521048" cy="1658502"/>
      </dsp:txXfrm>
    </dsp:sp>
    <dsp:sp modelId="{C4F49B5A-C4E4-44FE-AC45-E72F8D4D5E99}">
      <dsp:nvSpPr>
        <dsp:cNvPr id="0" name=""/>
        <dsp:cNvSpPr/>
      </dsp:nvSpPr>
      <dsp:spPr>
        <a:xfrm>
          <a:off x="1684518" y="3804280"/>
          <a:ext cx="1615692" cy="1753146"/>
        </a:xfrm>
        <a:prstGeom prst="roundRect">
          <a:avLst>
            <a:gd name="adj" fmla="val 10000"/>
          </a:avLst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Refunds and penalties increased</a:t>
          </a:r>
          <a:r>
            <a:rPr lang="en-US" sz="1800" kern="1200" dirty="0"/>
            <a:t>, causing financial loss</a:t>
          </a:r>
        </a:p>
      </dsp:txBody>
      <dsp:txXfrm>
        <a:off x="1731840" y="3851602"/>
        <a:ext cx="1521048" cy="1658502"/>
      </dsp:txXfrm>
    </dsp:sp>
    <dsp:sp modelId="{33742C2E-5972-4306-9E04-21F533DB9DAA}">
      <dsp:nvSpPr>
        <dsp:cNvPr id="0" name=""/>
        <dsp:cNvSpPr/>
      </dsp:nvSpPr>
      <dsp:spPr>
        <a:xfrm>
          <a:off x="3435929" y="1902408"/>
          <a:ext cx="4982796" cy="1753146"/>
        </a:xfrm>
        <a:prstGeom prst="roundRect">
          <a:avLst>
            <a:gd name="adj" fmla="val 10000"/>
          </a:avLst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Flight cancellations occurred in </a:t>
          </a:r>
          <a:r>
            <a:rPr lang="en-US" sz="2500" b="1" kern="1200" dirty="0"/>
            <a:t>sharp spikes (episodic disruptions)</a:t>
          </a:r>
          <a:endParaRPr lang="en-US" sz="2500" kern="1200" dirty="0"/>
        </a:p>
      </dsp:txBody>
      <dsp:txXfrm>
        <a:off x="3487277" y="1953756"/>
        <a:ext cx="4880100" cy="1650450"/>
      </dsp:txXfrm>
    </dsp:sp>
    <dsp:sp modelId="{41C32F4E-4793-4DBE-BCA8-A42569B86B04}">
      <dsp:nvSpPr>
        <dsp:cNvPr id="0" name=""/>
        <dsp:cNvSpPr/>
      </dsp:nvSpPr>
      <dsp:spPr>
        <a:xfrm>
          <a:off x="3435929" y="3804280"/>
          <a:ext cx="1615692" cy="1753146"/>
        </a:xfrm>
        <a:prstGeom prst="roundRect">
          <a:avLst>
            <a:gd name="adj" fmla="val 10000"/>
          </a:avLst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Weather impact was </a:t>
          </a:r>
          <a:r>
            <a:rPr lang="en-US" sz="1800" b="1" kern="1200" dirty="0"/>
            <a:t>present but not the primary cause</a:t>
          </a:r>
          <a:endParaRPr lang="en-US" sz="1800" kern="1200" dirty="0"/>
        </a:p>
      </dsp:txBody>
      <dsp:txXfrm>
        <a:off x="3483251" y="3851602"/>
        <a:ext cx="1521048" cy="1658502"/>
      </dsp:txXfrm>
    </dsp:sp>
    <dsp:sp modelId="{2C3E1D21-EC1E-4898-A355-E329F2B40ADC}">
      <dsp:nvSpPr>
        <dsp:cNvPr id="0" name=""/>
        <dsp:cNvSpPr/>
      </dsp:nvSpPr>
      <dsp:spPr>
        <a:xfrm>
          <a:off x="5119481" y="3804280"/>
          <a:ext cx="1615692" cy="1753146"/>
        </a:xfrm>
        <a:prstGeom prst="roundRect">
          <a:avLst>
            <a:gd name="adj" fmla="val 10000"/>
          </a:avLst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Competitors maintained </a:t>
          </a:r>
          <a:r>
            <a:rPr lang="en-US" sz="1800" b="1" kern="1200" dirty="0"/>
            <a:t>low delays and cancellation rates</a:t>
          </a:r>
          <a:endParaRPr lang="en-US" sz="1800" kern="1200" dirty="0"/>
        </a:p>
      </dsp:txBody>
      <dsp:txXfrm>
        <a:off x="5166803" y="3851602"/>
        <a:ext cx="1521048" cy="1658502"/>
      </dsp:txXfrm>
    </dsp:sp>
    <dsp:sp modelId="{C6F3FEE8-BD75-4D14-B2F9-31662B17C619}">
      <dsp:nvSpPr>
        <dsp:cNvPr id="0" name=""/>
        <dsp:cNvSpPr/>
      </dsp:nvSpPr>
      <dsp:spPr>
        <a:xfrm>
          <a:off x="6803033" y="3804280"/>
          <a:ext cx="1615692" cy="1753146"/>
        </a:xfrm>
        <a:prstGeom prst="roundRect">
          <a:avLst>
            <a:gd name="adj" fmla="val 10000"/>
          </a:avLst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Issues were </a:t>
          </a:r>
          <a:r>
            <a:rPr lang="en-US" sz="1800" b="1" kern="1200" dirty="0"/>
            <a:t>internal and operational, not industry-wide</a:t>
          </a:r>
          <a:endParaRPr lang="en-US" sz="1800" kern="1200" dirty="0"/>
        </a:p>
      </dsp:txBody>
      <dsp:txXfrm>
        <a:off x="6850355" y="3851602"/>
        <a:ext cx="1521048" cy="16585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567101-141D-40F9-B5A2-21BF35108A72}">
      <dsp:nvSpPr>
        <dsp:cNvPr id="0" name=""/>
        <dsp:cNvSpPr/>
      </dsp:nvSpPr>
      <dsp:spPr>
        <a:xfrm rot="5400000">
          <a:off x="298280" y="3287616"/>
          <a:ext cx="874610" cy="1455332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7E3681-FC63-4FA4-89D3-E42C3A0E9D28}">
      <dsp:nvSpPr>
        <dsp:cNvPr id="0" name=""/>
        <dsp:cNvSpPr/>
      </dsp:nvSpPr>
      <dsp:spPr>
        <a:xfrm>
          <a:off x="152285" y="3722447"/>
          <a:ext cx="1313882" cy="1151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Improve crew planning and scheduling systems</a:t>
          </a:r>
        </a:p>
      </dsp:txBody>
      <dsp:txXfrm>
        <a:off x="152285" y="3722447"/>
        <a:ext cx="1313882" cy="1151695"/>
      </dsp:txXfrm>
    </dsp:sp>
    <dsp:sp modelId="{D9B91C95-185E-48EB-8E69-EF2C81FDD60D}">
      <dsp:nvSpPr>
        <dsp:cNvPr id="0" name=""/>
        <dsp:cNvSpPr/>
      </dsp:nvSpPr>
      <dsp:spPr>
        <a:xfrm>
          <a:off x="1218266" y="3180473"/>
          <a:ext cx="247902" cy="247902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D7889F-6F3D-4CBB-8598-55468AF1E69D}">
      <dsp:nvSpPr>
        <dsp:cNvPr id="0" name=""/>
        <dsp:cNvSpPr/>
      </dsp:nvSpPr>
      <dsp:spPr>
        <a:xfrm rot="5400000">
          <a:off x="1906729" y="2889604"/>
          <a:ext cx="874610" cy="1455332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9F3497-6F9D-4C01-9BA6-7B1DDD03AE42}">
      <dsp:nvSpPr>
        <dsp:cNvPr id="0" name=""/>
        <dsp:cNvSpPr/>
      </dsp:nvSpPr>
      <dsp:spPr>
        <a:xfrm>
          <a:off x="1760734" y="3324435"/>
          <a:ext cx="1313882" cy="1151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Maintain buffer crew capacity for peak demand</a:t>
          </a:r>
        </a:p>
      </dsp:txBody>
      <dsp:txXfrm>
        <a:off x="1760734" y="3324435"/>
        <a:ext cx="1313882" cy="1151695"/>
      </dsp:txXfrm>
    </dsp:sp>
    <dsp:sp modelId="{1D97EAF6-3C1C-458F-946E-A3580F89E25B}">
      <dsp:nvSpPr>
        <dsp:cNvPr id="0" name=""/>
        <dsp:cNvSpPr/>
      </dsp:nvSpPr>
      <dsp:spPr>
        <a:xfrm>
          <a:off x="2826715" y="2782461"/>
          <a:ext cx="247902" cy="247902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6FF5B7-36A5-4F1F-AA50-D829C0E265A9}">
      <dsp:nvSpPr>
        <dsp:cNvPr id="0" name=""/>
        <dsp:cNvSpPr/>
      </dsp:nvSpPr>
      <dsp:spPr>
        <a:xfrm rot="5400000">
          <a:off x="3515178" y="2491592"/>
          <a:ext cx="874610" cy="1455332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C83335-1842-4452-AB8C-B34918415911}">
      <dsp:nvSpPr>
        <dsp:cNvPr id="0" name=""/>
        <dsp:cNvSpPr/>
      </dsp:nvSpPr>
      <dsp:spPr>
        <a:xfrm>
          <a:off x="3369184" y="2926423"/>
          <a:ext cx="1313882" cy="1151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Optimize night flight operations</a:t>
          </a:r>
        </a:p>
      </dsp:txBody>
      <dsp:txXfrm>
        <a:off x="3369184" y="2926423"/>
        <a:ext cx="1313882" cy="1151695"/>
      </dsp:txXfrm>
    </dsp:sp>
    <dsp:sp modelId="{9656990E-4DC8-405B-B60D-52C0B86D2B88}">
      <dsp:nvSpPr>
        <dsp:cNvPr id="0" name=""/>
        <dsp:cNvSpPr/>
      </dsp:nvSpPr>
      <dsp:spPr>
        <a:xfrm>
          <a:off x="4435164" y="2384449"/>
          <a:ext cx="247902" cy="247902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E86D63-7D70-4BC2-8DCD-1EB85BA827E7}">
      <dsp:nvSpPr>
        <dsp:cNvPr id="0" name=""/>
        <dsp:cNvSpPr/>
      </dsp:nvSpPr>
      <dsp:spPr>
        <a:xfrm rot="5400000">
          <a:off x="5123627" y="2093579"/>
          <a:ext cx="874610" cy="1455332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3CD146-0E7B-422F-ADA8-427EAD141950}">
      <dsp:nvSpPr>
        <dsp:cNvPr id="0" name=""/>
        <dsp:cNvSpPr/>
      </dsp:nvSpPr>
      <dsp:spPr>
        <a:xfrm>
          <a:off x="4977633" y="2528410"/>
          <a:ext cx="1313882" cy="1151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Implement real-time disruption monitoring system</a:t>
          </a:r>
        </a:p>
      </dsp:txBody>
      <dsp:txXfrm>
        <a:off x="4977633" y="2528410"/>
        <a:ext cx="1313882" cy="1151695"/>
      </dsp:txXfrm>
    </dsp:sp>
    <dsp:sp modelId="{05ED72D3-9FA4-4DCA-8E1B-EE87494584FC}">
      <dsp:nvSpPr>
        <dsp:cNvPr id="0" name=""/>
        <dsp:cNvSpPr/>
      </dsp:nvSpPr>
      <dsp:spPr>
        <a:xfrm>
          <a:off x="6043613" y="1986436"/>
          <a:ext cx="247902" cy="247902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A1AE37-058A-4B7F-BAF9-7D40BD23F0CC}">
      <dsp:nvSpPr>
        <dsp:cNvPr id="0" name=""/>
        <dsp:cNvSpPr/>
      </dsp:nvSpPr>
      <dsp:spPr>
        <a:xfrm rot="5400000">
          <a:off x="6732076" y="1695567"/>
          <a:ext cx="874610" cy="1455332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99DC32-F05A-4FC3-A4AE-CA40EA552EA0}">
      <dsp:nvSpPr>
        <dsp:cNvPr id="0" name=""/>
        <dsp:cNvSpPr/>
      </dsp:nvSpPr>
      <dsp:spPr>
        <a:xfrm>
          <a:off x="6586082" y="2130398"/>
          <a:ext cx="1313882" cy="1151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Strengthen operational </a:t>
          </a:r>
          <a:r>
            <a:rPr lang="en-US" sz="1800" b="1" kern="1200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contingeny</a:t>
          </a:r>
          <a:r>
            <a:rPr lang="en-US" sz="1800" b="1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planning</a:t>
          </a:r>
        </a:p>
      </dsp:txBody>
      <dsp:txXfrm>
        <a:off x="6586082" y="2130398"/>
        <a:ext cx="1313882" cy="1151695"/>
      </dsp:txXfrm>
    </dsp:sp>
    <dsp:sp modelId="{0F530153-B285-44D0-9943-9741BB10169D}">
      <dsp:nvSpPr>
        <dsp:cNvPr id="0" name=""/>
        <dsp:cNvSpPr/>
      </dsp:nvSpPr>
      <dsp:spPr>
        <a:xfrm>
          <a:off x="7652062" y="1588424"/>
          <a:ext cx="247902" cy="247902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5E11B4-3EC1-4A55-877C-C9EB9ECE3CCB}">
      <dsp:nvSpPr>
        <dsp:cNvPr id="0" name=""/>
        <dsp:cNvSpPr/>
      </dsp:nvSpPr>
      <dsp:spPr>
        <a:xfrm rot="5400000">
          <a:off x="8340525" y="1297555"/>
          <a:ext cx="874610" cy="1455332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15363-3E5E-4B10-A9E7-28B0AB50203E}">
      <dsp:nvSpPr>
        <dsp:cNvPr id="0" name=""/>
        <dsp:cNvSpPr/>
      </dsp:nvSpPr>
      <dsp:spPr>
        <a:xfrm>
          <a:off x="8194531" y="1732386"/>
          <a:ext cx="1313882" cy="1151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Reduce dependency on last-minute crew allocation</a:t>
          </a:r>
        </a:p>
      </dsp:txBody>
      <dsp:txXfrm>
        <a:off x="8194531" y="1732386"/>
        <a:ext cx="1313882" cy="1151695"/>
      </dsp:txXfrm>
    </dsp:sp>
    <dsp:sp modelId="{40466C78-A20F-4CC0-8CED-E48D37BC9761}">
      <dsp:nvSpPr>
        <dsp:cNvPr id="0" name=""/>
        <dsp:cNvSpPr/>
      </dsp:nvSpPr>
      <dsp:spPr>
        <a:xfrm>
          <a:off x="9260511" y="1190412"/>
          <a:ext cx="247902" cy="247902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EFE0C8-FE36-4176-937C-E68532BBF528}">
      <dsp:nvSpPr>
        <dsp:cNvPr id="0" name=""/>
        <dsp:cNvSpPr/>
      </dsp:nvSpPr>
      <dsp:spPr>
        <a:xfrm rot="5400000">
          <a:off x="9948974" y="899543"/>
          <a:ext cx="874610" cy="1455332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7598B6-8500-41AF-8D52-2C59856B572E}">
      <dsp:nvSpPr>
        <dsp:cNvPr id="0" name=""/>
        <dsp:cNvSpPr/>
      </dsp:nvSpPr>
      <dsp:spPr>
        <a:xfrm>
          <a:off x="9802980" y="1334374"/>
          <a:ext cx="1313882" cy="1151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Enhance regulatory compliance planning (FDTL)</a:t>
          </a:r>
        </a:p>
      </dsp:txBody>
      <dsp:txXfrm>
        <a:off x="9802980" y="1334374"/>
        <a:ext cx="1313882" cy="11516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1A2A53-DC9D-47FF-A774-B2EC57E1407E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7E859F-C826-418B-B87F-F6ACCE936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025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E859F-C826-418B-B87F-F6ACCE936D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2107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Cancellation Rate	13.89%	-------0.5% - 1.2%</a:t>
            </a:r>
            <a:br>
              <a:rPr lang="en-US" dirty="0"/>
            </a:br>
            <a:r>
              <a:rPr lang="en-US" dirty="0"/>
              <a:t>On-Time Performance	88.10%	-------85% - 92%</a:t>
            </a:r>
            <a:br>
              <a:rPr lang="en-US" dirty="0"/>
            </a:br>
            <a:r>
              <a:rPr lang="en-US" dirty="0"/>
              <a:t>Avg Delay (Mins)	13.8 Mins------	12 - 15 Mins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E859F-C826-418B-B87F-F6ACCE936D2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405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FDTL Violation %	46.00%------	&lt; 2% (Target)	</a:t>
            </a:r>
          </a:p>
          <a:p>
            <a:r>
              <a:rPr lang="en-US" dirty="0"/>
              <a:t>Avg Block Hours	2.5 - 3.5 Hours	4.75 Hours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E859F-C826-418B-B87F-F6ACCE936D2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6903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Avg Visibility	6.47K (6.4 km)	&gt; 5 km (Normal Ops</a:t>
            </a:r>
          </a:p>
          <a:p>
            <a:r>
              <a:rPr lang="en-US" dirty="0"/>
              <a:t>Fog Count	128 Records	High Concentration</a:t>
            </a:r>
          </a:p>
          <a:p>
            <a:r>
              <a:rPr lang="en-US" dirty="0"/>
              <a:t>Low Vis Count	138 Records	Frequent Disruptions</a:t>
            </a:r>
          </a:p>
          <a:p>
            <a:r>
              <a:rPr lang="en-US" dirty="0"/>
              <a:t>Min. Visibility	Dropped to 4K	&lt; 550m (CAT III Needed)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E859F-C826-418B-B87F-F6ACCE936D2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0413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Load Factor (Occupancy)	88.00%	-------82% - 85%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E859F-C826-418B-B87F-F6ACCE936D2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260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F8388-2F7F-4B87-7503-786333217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84561C-E3D4-38DB-187C-2DFD837FB7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B5A54-0130-952B-B8DF-3E920AF55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3D18F-5001-4444-BEAD-C3409E06EF0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7CF20-5AE1-4921-7077-7A546633D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2A2FE-1DD1-65FF-E1EE-15941B8BD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EFBC1-9D05-4080-876C-263505EF8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994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EE792-F294-BA0D-506D-40A2E2863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57296-1EE9-76BE-645C-E3CCE730D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19BBE-AD21-6144-C2C9-101C644EF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3D18F-5001-4444-BEAD-C3409E06EF0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E0B14-0F1C-8943-63A0-E5D0EBD18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94ABC-873B-55E8-8A6A-BB724F7FB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EFBC1-9D05-4080-876C-263505EF8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53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D5DE0-8405-47B5-8631-D5E5CB4C9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C7718A-FE9F-C1DF-66E7-A0DC783A9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48F28-71D9-802E-E31E-31176FA1C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3D18F-5001-4444-BEAD-C3409E06EF0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8CE5C-209F-013E-A7BE-2A2864BFA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7769D-BD59-29C7-AA3A-C18BB0D8A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EFBC1-9D05-4080-876C-263505EF8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996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2C0AF-EAA3-D8AC-E5F0-1E742FB45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B8177-3B6A-06D2-0425-E1C4A1CDCF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2D69FE-AAC5-12A3-1A3B-6C6FB7E90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695AB6-F4B0-2FF4-77C2-945E83D37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3D18F-5001-4444-BEAD-C3409E06EF0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592947-143B-382B-B63A-8F16508D3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837C29-34A9-B5DE-C469-E2A9F8A97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EFBC1-9D05-4080-876C-263505EF8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283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871DD-3B3F-AC20-8C59-5B6F34793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01505-2FCE-AC2D-38F2-D0B6019131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370EFB-A385-FF7D-EC28-2BDDB14D2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115043-A164-D4C2-7499-B94D9859E6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71B950-9074-FCDE-185C-C072C12A7D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5EBB6F-9ACB-4567-C689-10C42E0A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3D18F-5001-4444-BEAD-C3409E06EF0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1AB402-850B-70DD-08ED-86C2B3512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48CE39-1F49-FC39-3662-464261012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EFBC1-9D05-4080-876C-263505EF8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6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2B69A-7717-A5C8-7956-ACDDA541C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4AC555-89CC-42DD-2DAB-197D12A15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3D18F-5001-4444-BEAD-C3409E06EF0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E59708-103B-E43D-B7CA-18E18D6D4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5B786-23D7-AC8F-16BA-A1758E870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EFBC1-9D05-4080-876C-263505EF8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819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BE510C-0A33-F2E8-6013-15BB61EBA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3D18F-5001-4444-BEAD-C3409E06EF0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38AF9F-F381-1026-43DC-80C766428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6270D-382A-92F8-524A-BF386273D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EFBC1-9D05-4080-876C-263505EF8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051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DDA63-1E84-E96E-07F7-2282770BC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930F5-A416-E0B5-CBBA-40EC89FF6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D1694-EE40-0166-BA38-5F14E72377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E0DBC1-FF26-26FB-9939-B372CDE9E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3D18F-5001-4444-BEAD-C3409E06EF0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902DD-4E74-6220-5A73-637A673A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4DA156-CB6B-C7E8-100C-9611369B0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EFBC1-9D05-4080-876C-263505EF8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099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75BE-41D4-AB86-336C-1DA3A65D5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66B1B2-909F-FEC0-F9EF-C1B83F16DC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FC81A-BA0A-554F-3962-11DB2A3513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66521-8734-0F2D-9618-D807044C6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3D18F-5001-4444-BEAD-C3409E06EF0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98C6EB-2EA7-49A1-D0EF-7B239494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DCEC71-7339-E44D-2F2E-B8A5C86D8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EFBC1-9D05-4080-876C-263505EF8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822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FFDBD-1698-F705-F369-6866E87EA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A6A2DE-22B1-1810-4CCF-6230F6518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87BDA-9E67-4AD3-10DC-E0ACAB118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3D18F-5001-4444-BEAD-C3409E06EF0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14008-CBE9-9702-631F-136A58586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4A8E4-D4D2-08D3-4402-ECF0599F5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EFBC1-9D05-4080-876C-263505EF8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017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8AA3F0-8726-6D9B-0962-CD579A88E1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6394EA-C35D-AB9E-3A86-79291E7AA0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187F5-B95C-C742-3900-F9062AC08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3D18F-5001-4444-BEAD-C3409E06EF0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D3DF2-8E54-9E13-9B6B-12389FCD8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2BE43-325F-F7B2-43AA-8E70176EB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EFBC1-9D05-4080-876C-263505EF8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668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0BE286-33CA-1E23-00A2-C32B1B657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63CED-909E-0CF1-B5D5-E0F9DD806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7758E-4AEC-35F1-5C43-9BF7B2FEE4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63D18F-5001-4444-BEAD-C3409E06EF0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4692B-D973-65E9-C08E-35DD8C122A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A8635-889D-4DB6-2E91-E1AFB541F3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DEFBC1-9D05-4080-876C-263505EF8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973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flickr.com/photos/bribri/28915135713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2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diagramLayout" Target="../diagrams/layout2.xml"/><Relationship Id="rId7" Type="http://schemas.openxmlformats.org/officeDocument/2006/relationships/image" Target="../media/image25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10" Type="http://schemas.openxmlformats.org/officeDocument/2006/relationships/image" Target="../media/image28.sv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2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cserver.org/highway-signs2/t/thank-you.html" TargetMode="External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66D2D-CC32-A4D1-CB07-245C154FAC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239"/>
            <a:ext cx="9144000" cy="1461805"/>
          </a:xfrm>
          <a:noFill/>
        </p:spPr>
        <p:txBody>
          <a:bodyPr>
            <a:normAutofit fontScale="90000"/>
          </a:bodyPr>
          <a:lstStyle/>
          <a:p>
            <a:r>
              <a:rPr lang="en-US" sz="88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INDIGO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6BA102-8737-EBBC-6555-C0F28275D8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32490" y="6296076"/>
            <a:ext cx="2871019" cy="458685"/>
          </a:xfrm>
        </p:spPr>
        <p:txBody>
          <a:bodyPr>
            <a:normAutofit fontScale="92500" lnSpcReduction="20000"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 </a:t>
            </a:r>
            <a:b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Yogesh S.</a:t>
            </a:r>
          </a:p>
        </p:txBody>
      </p:sp>
    </p:spTree>
    <p:extLst>
      <p:ext uri="{BB962C8B-B14F-4D97-AF65-F5344CB8AC3E}">
        <p14:creationId xmlns:p14="http://schemas.microsoft.com/office/powerpoint/2010/main" val="1376937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split dir="in"/>
      </p:transition>
    </mc:Choice>
    <mc:Fallback xmlns="">
      <p:transition>
        <p:split dir="in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77280-1DDE-AC89-5325-B8E57E4DD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Table of Contents: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AB52E6E-7E2D-B77D-38D9-718DEB8090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52698"/>
            <a:ext cx="4353232" cy="4619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 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Flight Operations Analysis 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Crew Analysis (FDTL) 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Weather Analysis 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Financial Impact Analysis 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Competitor Analysis 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Findings 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Conclusion </a:t>
            </a:r>
          </a:p>
        </p:txBody>
      </p:sp>
    </p:spTree>
    <p:extLst>
      <p:ext uri="{BB962C8B-B14F-4D97-AF65-F5344CB8AC3E}">
        <p14:creationId xmlns:p14="http://schemas.microsoft.com/office/powerpoint/2010/main" val="15064595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780CC-5B05-ACB7-27DE-F33054381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F2331-AE30-F8FE-3E58-FACD489B2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IndiGo is India’s largest airline, operating a vast domestic and international network.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December 2025, the airline experienced a major operational disruption affecting flight schedules and customer experience.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case study analyzes operational, financial, and external factors to understand the root cause of the crisis.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743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ED6822-4D12-7F4B-9FA1-9F2B507E9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2861D-5C03-AB46-8C9D-53E053E51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Problem Statement: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1CF159D-62C4-859B-3495-26A6C14A0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December 2025, IndiGo Airlines faced a major operational crisis, resulting in thousands of flight cancellations, regulatory penalties, and increased customer refunds.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raised critical concerns about operational efficiency and crisis preparedness.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Question:</a:t>
            </a:r>
            <a:br>
              <a:rPr lang="en-US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Was this crisis unavoidable, or could it have been predicted and prevented through better planning?</a:t>
            </a:r>
          </a:p>
          <a:p>
            <a:endParaRPr lang="en-US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3217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D3B541-EE05-AEB6-DF3C-A204B6743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ADE7A181-F63A-D475-77DA-5B445F5E2D2B}"/>
              </a:ext>
            </a:extLst>
          </p:cNvPr>
          <p:cNvGrpSpPr/>
          <p:nvPr/>
        </p:nvGrpSpPr>
        <p:grpSpPr>
          <a:xfrm>
            <a:off x="-9877" y="-1729"/>
            <a:ext cx="3554366" cy="6858000"/>
            <a:chOff x="2311573" y="0"/>
            <a:chExt cx="3554366" cy="68580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BBE3373-0278-B5E6-7D91-CD355E7D14F5}"/>
                </a:ext>
              </a:extLst>
            </p:cNvPr>
            <p:cNvGrpSpPr/>
            <p:nvPr/>
          </p:nvGrpSpPr>
          <p:grpSpPr>
            <a:xfrm>
              <a:off x="2311573" y="0"/>
              <a:ext cx="3554366" cy="6858000"/>
              <a:chOff x="-55845" y="0"/>
              <a:chExt cx="2600632" cy="6858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4FD619D-D81B-F45F-D2E2-EE8459611DFC}"/>
                  </a:ext>
                </a:extLst>
              </p:cNvPr>
              <p:cNvSpPr/>
              <p:nvPr/>
            </p:nvSpPr>
            <p:spPr>
              <a:xfrm>
                <a:off x="-55845" y="0"/>
                <a:ext cx="1976284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Isosceles Triangle 13">
                <a:extLst>
                  <a:ext uri="{FF2B5EF4-FFF2-40B4-BE49-F238E27FC236}">
                    <a16:creationId xmlns:a16="http://schemas.microsoft.com/office/drawing/2014/main" id="{50CBA86A-B6EB-B74A-1AA4-757D05D72C18}"/>
                  </a:ext>
                </a:extLst>
              </p:cNvPr>
              <p:cNvSpPr/>
              <p:nvPr/>
            </p:nvSpPr>
            <p:spPr>
              <a:xfrm rot="5400000">
                <a:off x="1625473" y="1119018"/>
                <a:ext cx="1111041" cy="72758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900D210-880E-739D-21DA-5401D03CE9C2}"/>
                </a:ext>
              </a:extLst>
            </p:cNvPr>
            <p:cNvSpPr txBox="1"/>
            <p:nvPr/>
          </p:nvSpPr>
          <p:spPr>
            <a:xfrm>
              <a:off x="2672430" y="239912"/>
              <a:ext cx="18288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Bahnschrift" panose="020B0502040204020203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CANCELLED FLIGHTS</a:t>
              </a:r>
            </a:p>
            <a:p>
              <a:pPr algn="ctr"/>
              <a:endParaRPr lang="en-US" b="1" dirty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b="1" dirty="0">
                  <a:latin typeface="Bahnschrift" panose="020B0502040204020203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605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5A6D74D-CAF4-F9F0-CD52-046975A12024}"/>
                </a:ext>
              </a:extLst>
            </p:cNvPr>
            <p:cNvSpPr txBox="1"/>
            <p:nvPr/>
          </p:nvSpPr>
          <p:spPr>
            <a:xfrm>
              <a:off x="2713673" y="2634072"/>
              <a:ext cx="2153543" cy="23529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Significant number of cancellations (605 flights) → non-normal scenario</a:t>
              </a:r>
              <a:endPara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05933F8-BFFE-CA29-DF2A-69E1BF775ED5}"/>
              </a:ext>
            </a:extLst>
          </p:cNvPr>
          <p:cNvGrpSpPr/>
          <p:nvPr/>
        </p:nvGrpSpPr>
        <p:grpSpPr>
          <a:xfrm>
            <a:off x="298470" y="13694"/>
            <a:ext cx="3203513" cy="6858000"/>
            <a:chOff x="7623750" y="0"/>
            <a:chExt cx="3203513" cy="6858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806F541-FF11-B40D-EF66-C94B56C1AECC}"/>
                </a:ext>
              </a:extLst>
            </p:cNvPr>
            <p:cNvGrpSpPr/>
            <p:nvPr/>
          </p:nvGrpSpPr>
          <p:grpSpPr>
            <a:xfrm>
              <a:off x="7623750" y="0"/>
              <a:ext cx="3203513" cy="6858000"/>
              <a:chOff x="6971855" y="334296"/>
              <a:chExt cx="3203513" cy="6858000"/>
            </a:xfrm>
          </p:grpSpPr>
          <p:sp>
            <p:nvSpPr>
              <p:cNvPr id="3" name="Isosceles Triangle 2">
                <a:extLst>
                  <a:ext uri="{FF2B5EF4-FFF2-40B4-BE49-F238E27FC236}">
                    <a16:creationId xmlns:a16="http://schemas.microsoft.com/office/drawing/2014/main" id="{B514EFEF-3B36-41CF-425A-517CAE3CE9E4}"/>
                  </a:ext>
                </a:extLst>
              </p:cNvPr>
              <p:cNvSpPr/>
              <p:nvPr/>
            </p:nvSpPr>
            <p:spPr>
              <a:xfrm rot="5400000">
                <a:off x="9137221" y="1328782"/>
                <a:ext cx="1111041" cy="965252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CAADE5C2-DA47-EA87-292D-AFC199B012DD}"/>
                  </a:ext>
                </a:extLst>
              </p:cNvPr>
              <p:cNvSpPr/>
              <p:nvPr/>
            </p:nvSpPr>
            <p:spPr>
              <a:xfrm>
                <a:off x="6971855" y="334296"/>
                <a:ext cx="2355534" cy="68580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EDE6628-3F80-94B9-09F8-DA75519ECC74}"/>
                </a:ext>
              </a:extLst>
            </p:cNvPr>
            <p:cNvSpPr txBox="1"/>
            <p:nvPr/>
          </p:nvSpPr>
          <p:spPr>
            <a:xfrm>
              <a:off x="7788495" y="239912"/>
              <a:ext cx="2026043" cy="809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AVERAGE DELAY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b="1" dirty="0">
                  <a:latin typeface="Bahnschrift" panose="020B0502040204020203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13.8 Mins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5862F92-B98C-D33F-1B75-07F4123E2A1E}"/>
                </a:ext>
              </a:extLst>
            </p:cNvPr>
            <p:cNvSpPr txBox="1"/>
            <p:nvPr/>
          </p:nvSpPr>
          <p:spPr>
            <a:xfrm>
              <a:off x="7764541" y="2634072"/>
              <a:ext cx="2153543" cy="22510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Average delays (~14 mins) show efficiency issues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A4BF6C7-17A7-7D50-5C84-CEB3A9F09E26}"/>
              </a:ext>
            </a:extLst>
          </p:cNvPr>
          <p:cNvGrpSpPr/>
          <p:nvPr/>
        </p:nvGrpSpPr>
        <p:grpSpPr>
          <a:xfrm>
            <a:off x="-9877" y="0"/>
            <a:ext cx="3418017" cy="6858000"/>
            <a:chOff x="5021390" y="0"/>
            <a:chExt cx="3418017" cy="685800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CE6BE13-320E-DD96-0AC2-FB6ACFD8A50D}"/>
                </a:ext>
              </a:extLst>
            </p:cNvPr>
            <p:cNvGrpSpPr/>
            <p:nvPr/>
          </p:nvGrpSpPr>
          <p:grpSpPr>
            <a:xfrm>
              <a:off x="5021390" y="0"/>
              <a:ext cx="3418017" cy="6858000"/>
              <a:chOff x="669822" y="-100783"/>
              <a:chExt cx="2601019" cy="685800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8A703C4-A7E9-9351-27B7-2F11BB626628}"/>
                  </a:ext>
                </a:extLst>
              </p:cNvPr>
              <p:cNvSpPr/>
              <p:nvPr/>
            </p:nvSpPr>
            <p:spPr>
              <a:xfrm>
                <a:off x="669822" y="-100783"/>
                <a:ext cx="1976284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Isosceles Triangle 16">
                <a:extLst>
                  <a:ext uri="{FF2B5EF4-FFF2-40B4-BE49-F238E27FC236}">
                    <a16:creationId xmlns:a16="http://schemas.microsoft.com/office/drawing/2014/main" id="{492CE5BB-8D80-456D-EC01-8EE2656B6AF1}"/>
                  </a:ext>
                </a:extLst>
              </p:cNvPr>
              <p:cNvSpPr/>
              <p:nvPr/>
            </p:nvSpPr>
            <p:spPr>
              <a:xfrm rot="5400000">
                <a:off x="2351527" y="1017558"/>
                <a:ext cx="1111041" cy="72758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CFFF8C8-9CD2-B915-20D6-CD5BB6653A71}"/>
                </a:ext>
              </a:extLst>
            </p:cNvPr>
            <p:cNvSpPr txBox="1"/>
            <p:nvPr/>
          </p:nvSpPr>
          <p:spPr>
            <a:xfrm>
              <a:off x="5452138" y="183134"/>
              <a:ext cx="191182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CANCELLATION RATE</a:t>
              </a:r>
              <a:b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endParaRPr lang="en-US" b="1" dirty="0">
                <a:latin typeface="Aptos Narrow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b="1" dirty="0">
                  <a:latin typeface="Bahnschrift" panose="020B0502040204020203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13.89%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417E400-9A94-EBEF-BF89-843C7D766B11}"/>
                </a:ext>
              </a:extLst>
            </p:cNvPr>
            <p:cNvSpPr txBox="1"/>
            <p:nvPr/>
          </p:nvSpPr>
          <p:spPr>
            <a:xfrm>
              <a:off x="5329737" y="2532185"/>
              <a:ext cx="2153543" cy="23529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High cancellation rate (~14%) indicates major operational disruption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2BE40B4-9236-F895-DCE5-73C13D31D41B}"/>
              </a:ext>
            </a:extLst>
          </p:cNvPr>
          <p:cNvGrpSpPr/>
          <p:nvPr/>
        </p:nvGrpSpPr>
        <p:grpSpPr>
          <a:xfrm>
            <a:off x="-206686" y="0"/>
            <a:ext cx="3365830" cy="6858000"/>
            <a:chOff x="9609849" y="0"/>
            <a:chExt cx="3365830" cy="685800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76918C8-BCE2-9A25-2942-8D72E74483D0}"/>
                </a:ext>
              </a:extLst>
            </p:cNvPr>
            <p:cNvGrpSpPr/>
            <p:nvPr/>
          </p:nvGrpSpPr>
          <p:grpSpPr>
            <a:xfrm>
              <a:off x="9609849" y="0"/>
              <a:ext cx="3365830" cy="6858000"/>
              <a:chOff x="9685856" y="1039761"/>
              <a:chExt cx="3365830" cy="685800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A1A3298-D3F7-D61F-8275-F1EFC982D7A6}"/>
                  </a:ext>
                </a:extLst>
              </p:cNvPr>
              <p:cNvSpPr/>
              <p:nvPr/>
            </p:nvSpPr>
            <p:spPr>
              <a:xfrm>
                <a:off x="9685856" y="1039761"/>
                <a:ext cx="2621835" cy="6858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" name="Isosceles Triangle 1">
                <a:extLst>
                  <a:ext uri="{FF2B5EF4-FFF2-40B4-BE49-F238E27FC236}">
                    <a16:creationId xmlns:a16="http://schemas.microsoft.com/office/drawing/2014/main" id="{1813BE33-EDB7-EA6D-7866-CC2B0D58CE87}"/>
                  </a:ext>
                </a:extLst>
              </p:cNvPr>
              <p:cNvSpPr/>
              <p:nvPr/>
            </p:nvSpPr>
            <p:spPr>
              <a:xfrm rot="5400000">
                <a:off x="12013539" y="2040623"/>
                <a:ext cx="1111041" cy="965252"/>
              </a:xfrm>
              <a:prstGeom prst="triangl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FF5D76E-E608-953A-BA14-DC3AD0B44F35}"/>
                </a:ext>
              </a:extLst>
            </p:cNvPr>
            <p:cNvSpPr txBox="1"/>
            <p:nvPr/>
          </p:nvSpPr>
          <p:spPr>
            <a:xfrm>
              <a:off x="10225471" y="183134"/>
              <a:ext cx="187395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ON- TIME PERFORMANCE</a:t>
              </a:r>
            </a:p>
            <a:p>
              <a:pPr algn="ctr"/>
              <a:r>
                <a:rPr lang="en-US" b="1" dirty="0">
                  <a:latin typeface="Bahnschrift" panose="020B0502040204020203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88.1%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34E9368-2B09-15F4-8362-A473A52D7FF0}"/>
                </a:ext>
              </a:extLst>
            </p:cNvPr>
            <p:cNvSpPr txBox="1"/>
            <p:nvPr/>
          </p:nvSpPr>
          <p:spPr>
            <a:xfrm>
              <a:off x="10053427" y="2461846"/>
              <a:ext cx="2045996" cy="2814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On-time performance still relatively high → disruption is not continuous but clustered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A52A116-14D6-76AA-CDB9-D97A6E4B2FDB}"/>
              </a:ext>
            </a:extLst>
          </p:cNvPr>
          <p:cNvGrpSpPr/>
          <p:nvPr/>
        </p:nvGrpSpPr>
        <p:grpSpPr>
          <a:xfrm>
            <a:off x="-9877" y="0"/>
            <a:ext cx="3005125" cy="6858000"/>
            <a:chOff x="-9877" y="0"/>
            <a:chExt cx="3005125" cy="685800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8A7BD4D-3B51-7801-EE53-4ACB277F4B04}"/>
                </a:ext>
              </a:extLst>
            </p:cNvPr>
            <p:cNvGrpSpPr/>
            <p:nvPr/>
          </p:nvGrpSpPr>
          <p:grpSpPr>
            <a:xfrm>
              <a:off x="-9877" y="0"/>
              <a:ext cx="3005125" cy="6858000"/>
              <a:chOff x="-571" y="0"/>
              <a:chExt cx="2568747" cy="6858000"/>
            </a:xfrm>
            <a:solidFill>
              <a:schemeClr val="accent6"/>
            </a:solidFill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2254A64-4AC5-C4FD-1B4B-2AE69FFB2FAF}"/>
                  </a:ext>
                </a:extLst>
              </p:cNvPr>
              <p:cNvSpPr/>
              <p:nvPr/>
            </p:nvSpPr>
            <p:spPr>
              <a:xfrm>
                <a:off x="-571" y="0"/>
                <a:ext cx="1976284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Isosceles Triangle 8">
                <a:extLst>
                  <a:ext uri="{FF2B5EF4-FFF2-40B4-BE49-F238E27FC236}">
                    <a16:creationId xmlns:a16="http://schemas.microsoft.com/office/drawing/2014/main" id="{660CB64D-6EDE-B282-08C1-802AC2ACA0FE}"/>
                  </a:ext>
                </a:extLst>
              </p:cNvPr>
              <p:cNvSpPr/>
              <p:nvPr/>
            </p:nvSpPr>
            <p:spPr>
              <a:xfrm rot="5400000">
                <a:off x="1648862" y="1119695"/>
                <a:ext cx="1111041" cy="72758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0390509-10DE-6D73-BFAF-244ABA5E5382}"/>
                </a:ext>
              </a:extLst>
            </p:cNvPr>
            <p:cNvSpPr txBox="1"/>
            <p:nvPr/>
          </p:nvSpPr>
          <p:spPr>
            <a:xfrm>
              <a:off x="144827" y="239912"/>
              <a:ext cx="18288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TOTAL FLIGHTS</a:t>
              </a:r>
              <a:b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endParaRPr lang="en-US" b="1" dirty="0">
                <a:latin typeface="Aptos Narrow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b="1" dirty="0">
                  <a:latin typeface="Bahnschrift" panose="020B0502040204020203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4,355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FD60E41-79EE-3996-C565-053C434A4FAB}"/>
                </a:ext>
              </a:extLst>
            </p:cNvPr>
            <p:cNvSpPr txBox="1"/>
            <p:nvPr/>
          </p:nvSpPr>
          <p:spPr>
            <a:xfrm>
              <a:off x="96830" y="2461846"/>
              <a:ext cx="2153543" cy="29578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 total of 4,355 flights were operated, providing a strong baseline to assess the scale and impact of the disruptions.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78BFE1D-06D8-15C7-1FE0-602DE095F09A}"/>
              </a:ext>
            </a:extLst>
          </p:cNvPr>
          <p:cNvSpPr txBox="1"/>
          <p:nvPr/>
        </p:nvSpPr>
        <p:spPr>
          <a:xfrm>
            <a:off x="4751688" y="1661362"/>
            <a:ext cx="61844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Arial Rounded MT Bold" panose="020F0704030504030204" pitchFamily="34" charset="0"/>
              </a:rPr>
              <a:t>FLIGHT OPERATIONS </a:t>
            </a:r>
            <a:br>
              <a:rPr lang="en-US" dirty="0"/>
            </a:br>
            <a:r>
              <a:rPr lang="en-US" sz="4800" dirty="0">
                <a:latin typeface="Bernard MT Condensed" panose="02050806060905020404" pitchFamily="18" charset="0"/>
              </a:rPr>
              <a:t>KPI METRICS</a:t>
            </a:r>
            <a:endParaRPr lang="en-US" dirty="0">
              <a:latin typeface="Bernard MT Condensed" panose="02050806060905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166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B2C88D-0724-5019-0445-B4DB3E84E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895E05E0-9B3E-ECA9-9536-8CA32D7DC931}"/>
              </a:ext>
            </a:extLst>
          </p:cNvPr>
          <p:cNvGrpSpPr/>
          <p:nvPr/>
        </p:nvGrpSpPr>
        <p:grpSpPr>
          <a:xfrm>
            <a:off x="9842418" y="0"/>
            <a:ext cx="3554366" cy="6858000"/>
            <a:chOff x="2311573" y="0"/>
            <a:chExt cx="3554366" cy="68580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E2CF80A-9442-FA47-F7CD-A949A6296D9F}"/>
                </a:ext>
              </a:extLst>
            </p:cNvPr>
            <p:cNvGrpSpPr/>
            <p:nvPr/>
          </p:nvGrpSpPr>
          <p:grpSpPr>
            <a:xfrm>
              <a:off x="2311573" y="0"/>
              <a:ext cx="3554366" cy="6858000"/>
              <a:chOff x="-55845" y="0"/>
              <a:chExt cx="2600632" cy="6858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C4EECBC-2B9B-512C-B5BA-B3F29C9D232A}"/>
                  </a:ext>
                </a:extLst>
              </p:cNvPr>
              <p:cNvSpPr/>
              <p:nvPr/>
            </p:nvSpPr>
            <p:spPr>
              <a:xfrm>
                <a:off x="-55845" y="0"/>
                <a:ext cx="1976284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Isosceles Triangle 13">
                <a:extLst>
                  <a:ext uri="{FF2B5EF4-FFF2-40B4-BE49-F238E27FC236}">
                    <a16:creationId xmlns:a16="http://schemas.microsoft.com/office/drawing/2014/main" id="{FE1B8EC3-C759-99FF-BE8B-F5FB41F3C3BF}"/>
                  </a:ext>
                </a:extLst>
              </p:cNvPr>
              <p:cNvSpPr/>
              <p:nvPr/>
            </p:nvSpPr>
            <p:spPr>
              <a:xfrm rot="5400000">
                <a:off x="1625473" y="1119018"/>
                <a:ext cx="1111041" cy="72758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B7FC5C4-96C6-E897-04A3-5ED42F04C572}"/>
                </a:ext>
              </a:extLst>
            </p:cNvPr>
            <p:cNvSpPr txBox="1"/>
            <p:nvPr/>
          </p:nvSpPr>
          <p:spPr>
            <a:xfrm>
              <a:off x="2672430" y="239912"/>
              <a:ext cx="18288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Bahnschrift" panose="020B0502040204020203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CANCELLED FLIGHTS</a:t>
              </a:r>
            </a:p>
            <a:p>
              <a:pPr algn="ctr"/>
              <a:endParaRPr lang="en-US" b="1" dirty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b="1" dirty="0">
                  <a:latin typeface="Bahnschrift" panose="020B0502040204020203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605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C4F19F7-08BF-1647-C06C-E85E62041C26}"/>
                </a:ext>
              </a:extLst>
            </p:cNvPr>
            <p:cNvSpPr txBox="1"/>
            <p:nvPr/>
          </p:nvSpPr>
          <p:spPr>
            <a:xfrm>
              <a:off x="2476319" y="2634072"/>
              <a:ext cx="2153543" cy="23529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Significant number of cancellations (605 flights) → non-normal scenario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1530ABE-69E3-75A5-15BD-433138F65DC1}"/>
              </a:ext>
            </a:extLst>
          </p:cNvPr>
          <p:cNvGrpSpPr/>
          <p:nvPr/>
        </p:nvGrpSpPr>
        <p:grpSpPr>
          <a:xfrm>
            <a:off x="7486884" y="0"/>
            <a:ext cx="3203513" cy="6858000"/>
            <a:chOff x="7623750" y="0"/>
            <a:chExt cx="3203513" cy="6858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FCBCD1F-EAA4-1F33-BC9E-30B883796956}"/>
                </a:ext>
              </a:extLst>
            </p:cNvPr>
            <p:cNvGrpSpPr/>
            <p:nvPr/>
          </p:nvGrpSpPr>
          <p:grpSpPr>
            <a:xfrm>
              <a:off x="7623750" y="0"/>
              <a:ext cx="3203513" cy="6858000"/>
              <a:chOff x="6971855" y="334296"/>
              <a:chExt cx="3203513" cy="6858000"/>
            </a:xfrm>
          </p:grpSpPr>
          <p:sp>
            <p:nvSpPr>
              <p:cNvPr id="3" name="Isosceles Triangle 2">
                <a:extLst>
                  <a:ext uri="{FF2B5EF4-FFF2-40B4-BE49-F238E27FC236}">
                    <a16:creationId xmlns:a16="http://schemas.microsoft.com/office/drawing/2014/main" id="{5407F6CC-7A7A-ACE4-DFCA-96ADF1017392}"/>
                  </a:ext>
                </a:extLst>
              </p:cNvPr>
              <p:cNvSpPr/>
              <p:nvPr/>
            </p:nvSpPr>
            <p:spPr>
              <a:xfrm rot="5400000">
                <a:off x="9137221" y="1328782"/>
                <a:ext cx="1111041" cy="965252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086F999D-7EC0-7C1F-7046-2456C3F510FD}"/>
                  </a:ext>
                </a:extLst>
              </p:cNvPr>
              <p:cNvSpPr/>
              <p:nvPr/>
            </p:nvSpPr>
            <p:spPr>
              <a:xfrm>
                <a:off x="6971855" y="334296"/>
                <a:ext cx="2355534" cy="68580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021927E-E01A-8A75-C6FF-6257ECBBFBAB}"/>
                </a:ext>
              </a:extLst>
            </p:cNvPr>
            <p:cNvSpPr txBox="1"/>
            <p:nvPr/>
          </p:nvSpPr>
          <p:spPr>
            <a:xfrm>
              <a:off x="7788495" y="239912"/>
              <a:ext cx="2026043" cy="809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AVERAGE DELAY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b="1" dirty="0">
                  <a:latin typeface="Bahnschrift" panose="020B0502040204020203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13.8 Mins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E52B72C-4AE7-EB4F-6CC1-C2A13848096E}"/>
                </a:ext>
              </a:extLst>
            </p:cNvPr>
            <p:cNvSpPr txBox="1"/>
            <p:nvPr/>
          </p:nvSpPr>
          <p:spPr>
            <a:xfrm>
              <a:off x="7764541" y="2634072"/>
              <a:ext cx="2153543" cy="22510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Average delays (~14 mins) show efficiency issues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D8B311C-A7B5-781E-5378-AD278B768896}"/>
              </a:ext>
            </a:extLst>
          </p:cNvPr>
          <p:cNvGrpSpPr/>
          <p:nvPr/>
        </p:nvGrpSpPr>
        <p:grpSpPr>
          <a:xfrm>
            <a:off x="4872659" y="0"/>
            <a:ext cx="3418017" cy="6858000"/>
            <a:chOff x="5021390" y="0"/>
            <a:chExt cx="3418017" cy="685800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6CA4FBA-B39D-65EF-4D98-D7794BBC4F4B}"/>
                </a:ext>
              </a:extLst>
            </p:cNvPr>
            <p:cNvGrpSpPr/>
            <p:nvPr/>
          </p:nvGrpSpPr>
          <p:grpSpPr>
            <a:xfrm>
              <a:off x="5021390" y="0"/>
              <a:ext cx="3418017" cy="6858000"/>
              <a:chOff x="669822" y="-100783"/>
              <a:chExt cx="2601019" cy="685800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25E16AF-696B-63A4-FFEB-367B2F1B8033}"/>
                  </a:ext>
                </a:extLst>
              </p:cNvPr>
              <p:cNvSpPr/>
              <p:nvPr/>
            </p:nvSpPr>
            <p:spPr>
              <a:xfrm>
                <a:off x="669822" y="-100783"/>
                <a:ext cx="1976284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Isosceles Triangle 16">
                <a:extLst>
                  <a:ext uri="{FF2B5EF4-FFF2-40B4-BE49-F238E27FC236}">
                    <a16:creationId xmlns:a16="http://schemas.microsoft.com/office/drawing/2014/main" id="{BEFAB676-89CF-568F-10F8-A88EBA8500F5}"/>
                  </a:ext>
                </a:extLst>
              </p:cNvPr>
              <p:cNvSpPr/>
              <p:nvPr/>
            </p:nvSpPr>
            <p:spPr>
              <a:xfrm rot="5400000">
                <a:off x="2351527" y="1017558"/>
                <a:ext cx="1111041" cy="72758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BDE7C91-0E7E-F2A7-5CBB-04D26E6BF22C}"/>
                </a:ext>
              </a:extLst>
            </p:cNvPr>
            <p:cNvSpPr txBox="1"/>
            <p:nvPr/>
          </p:nvSpPr>
          <p:spPr>
            <a:xfrm>
              <a:off x="5452138" y="183134"/>
              <a:ext cx="191182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CANCELLATION RATE</a:t>
              </a:r>
              <a:b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endParaRPr lang="en-US" b="1" dirty="0">
                <a:latin typeface="Aptos Narrow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b="1" dirty="0">
                  <a:latin typeface="Bahnschrift" panose="020B0502040204020203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13.89%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C26D86A-1FD1-0E0E-ABC0-82F759382C09}"/>
                </a:ext>
              </a:extLst>
            </p:cNvPr>
            <p:cNvSpPr txBox="1"/>
            <p:nvPr/>
          </p:nvSpPr>
          <p:spPr>
            <a:xfrm>
              <a:off x="5329737" y="2532185"/>
              <a:ext cx="2153543" cy="23529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High cancellation rate (~14%) indicates major operational disruption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44A9975-55A2-53AD-2002-029A9320A09C}"/>
              </a:ext>
            </a:extLst>
          </p:cNvPr>
          <p:cNvGrpSpPr/>
          <p:nvPr/>
        </p:nvGrpSpPr>
        <p:grpSpPr>
          <a:xfrm>
            <a:off x="2277216" y="0"/>
            <a:ext cx="3365830" cy="6858000"/>
            <a:chOff x="9609849" y="0"/>
            <a:chExt cx="3365830" cy="685800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BA33B20-B9C0-BA04-DA5D-5C4A9B1DEEDC}"/>
                </a:ext>
              </a:extLst>
            </p:cNvPr>
            <p:cNvGrpSpPr/>
            <p:nvPr/>
          </p:nvGrpSpPr>
          <p:grpSpPr>
            <a:xfrm>
              <a:off x="9609849" y="0"/>
              <a:ext cx="3365830" cy="6858000"/>
              <a:chOff x="9685856" y="1039761"/>
              <a:chExt cx="3365830" cy="685800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C7DEE50-60A5-C8D8-6083-03C0D4CCE309}"/>
                  </a:ext>
                </a:extLst>
              </p:cNvPr>
              <p:cNvSpPr/>
              <p:nvPr/>
            </p:nvSpPr>
            <p:spPr>
              <a:xfrm>
                <a:off x="9685856" y="1039761"/>
                <a:ext cx="2621835" cy="6858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" name="Isosceles Triangle 1">
                <a:extLst>
                  <a:ext uri="{FF2B5EF4-FFF2-40B4-BE49-F238E27FC236}">
                    <a16:creationId xmlns:a16="http://schemas.microsoft.com/office/drawing/2014/main" id="{B5952C73-62DF-D923-87C2-EDB08811813C}"/>
                  </a:ext>
                </a:extLst>
              </p:cNvPr>
              <p:cNvSpPr/>
              <p:nvPr/>
            </p:nvSpPr>
            <p:spPr>
              <a:xfrm rot="5400000">
                <a:off x="12013539" y="2040623"/>
                <a:ext cx="1111041" cy="965252"/>
              </a:xfrm>
              <a:prstGeom prst="triangl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FB64B84-BE11-AB81-895E-9567D4470564}"/>
                </a:ext>
              </a:extLst>
            </p:cNvPr>
            <p:cNvSpPr txBox="1"/>
            <p:nvPr/>
          </p:nvSpPr>
          <p:spPr>
            <a:xfrm>
              <a:off x="10225471" y="183134"/>
              <a:ext cx="187395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ON- TIME PERFORMANCE</a:t>
              </a:r>
            </a:p>
            <a:p>
              <a:pPr algn="ctr"/>
              <a:r>
                <a:rPr lang="en-US" b="1" dirty="0">
                  <a:latin typeface="Bahnschrift" panose="020B0502040204020203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88.1%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71648EA-4EBA-D830-0717-680930AA1AD4}"/>
                </a:ext>
              </a:extLst>
            </p:cNvPr>
            <p:cNvSpPr txBox="1"/>
            <p:nvPr/>
          </p:nvSpPr>
          <p:spPr>
            <a:xfrm>
              <a:off x="10053427" y="2461846"/>
              <a:ext cx="2045996" cy="2814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On-time performance still relatively high → disruption is not continuous but clustered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3DCD9F9-0AD6-BF3A-E355-86343EA93A64}"/>
              </a:ext>
            </a:extLst>
          </p:cNvPr>
          <p:cNvGrpSpPr/>
          <p:nvPr/>
        </p:nvGrpSpPr>
        <p:grpSpPr>
          <a:xfrm>
            <a:off x="-9877" y="0"/>
            <a:ext cx="3005125" cy="6858000"/>
            <a:chOff x="-9877" y="0"/>
            <a:chExt cx="3005125" cy="685800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8253E49-E521-AD62-F5BC-B2A815A43B43}"/>
                </a:ext>
              </a:extLst>
            </p:cNvPr>
            <p:cNvGrpSpPr/>
            <p:nvPr/>
          </p:nvGrpSpPr>
          <p:grpSpPr>
            <a:xfrm>
              <a:off x="-9877" y="0"/>
              <a:ext cx="3005125" cy="6858000"/>
              <a:chOff x="-571" y="0"/>
              <a:chExt cx="2568747" cy="6858000"/>
            </a:xfrm>
            <a:solidFill>
              <a:schemeClr val="accent6"/>
            </a:solidFill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526A690-86D7-FE21-BF1D-97ED350F2254}"/>
                  </a:ext>
                </a:extLst>
              </p:cNvPr>
              <p:cNvSpPr/>
              <p:nvPr/>
            </p:nvSpPr>
            <p:spPr>
              <a:xfrm>
                <a:off x="-571" y="0"/>
                <a:ext cx="1976284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Isosceles Triangle 8">
                <a:extLst>
                  <a:ext uri="{FF2B5EF4-FFF2-40B4-BE49-F238E27FC236}">
                    <a16:creationId xmlns:a16="http://schemas.microsoft.com/office/drawing/2014/main" id="{CF6981A9-AED2-1715-F72F-1AC8FE4DBCD8}"/>
                  </a:ext>
                </a:extLst>
              </p:cNvPr>
              <p:cNvSpPr/>
              <p:nvPr/>
            </p:nvSpPr>
            <p:spPr>
              <a:xfrm rot="5400000">
                <a:off x="1648862" y="1119695"/>
                <a:ext cx="1111041" cy="72758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60C98A3-5894-8165-4B9F-1B8A7FD918C7}"/>
                </a:ext>
              </a:extLst>
            </p:cNvPr>
            <p:cNvSpPr txBox="1"/>
            <p:nvPr/>
          </p:nvSpPr>
          <p:spPr>
            <a:xfrm>
              <a:off x="144827" y="239912"/>
              <a:ext cx="18288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TOTAL FLIGHTS</a:t>
              </a:r>
              <a:b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endParaRPr lang="en-US" b="1" dirty="0">
                <a:latin typeface="Aptos Narrow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b="1" dirty="0">
                  <a:latin typeface="Bahnschrift" panose="020B0502040204020203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4,355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3181F33-1E8D-8C51-4E78-6365AEDF7A48}"/>
                </a:ext>
              </a:extLst>
            </p:cNvPr>
            <p:cNvSpPr txBox="1"/>
            <p:nvPr/>
          </p:nvSpPr>
          <p:spPr>
            <a:xfrm>
              <a:off x="96830" y="2461846"/>
              <a:ext cx="2153543" cy="29578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 total of 4,355 flights were operated, providing a strong baseline to assess the scale and impact of the disruptions.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812393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D7E99F-1045-D892-6177-BBCC72E22A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0" t="2383" r="1954" b="2484"/>
          <a:stretch>
            <a:fillRect/>
          </a:stretch>
        </p:blipFill>
        <p:spPr>
          <a:xfrm>
            <a:off x="245806" y="935566"/>
            <a:ext cx="5553355" cy="484580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  <a:softEdge rad="76200"/>
          </a:effec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0825D72-5BF7-0D3B-CF6E-CCEEE0330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864335"/>
            <a:ext cx="5211097" cy="461223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Two major spikes observed in early November (~60) and early December (~50)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Cancellations remain low and stable outside these peaks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Indicates episodic disruptions rather than continuous issues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Suggests internal operational failures (likely crew-related) during peak periods 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98DD42-04A6-97DA-051E-B3C5677FFA51}"/>
              </a:ext>
            </a:extLst>
          </p:cNvPr>
          <p:cNvSpPr txBox="1"/>
          <p:nvPr/>
        </p:nvSpPr>
        <p:spPr>
          <a:xfrm>
            <a:off x="3022483" y="8080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Daily Cancellation Trend</a:t>
            </a:r>
          </a:p>
        </p:txBody>
      </p:sp>
    </p:spTree>
    <p:extLst>
      <p:ext uri="{BB962C8B-B14F-4D97-AF65-F5344CB8AC3E}">
        <p14:creationId xmlns:p14="http://schemas.microsoft.com/office/powerpoint/2010/main" val="3635532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626DDA-D08A-AFC7-3075-7ABBC8F461AE}"/>
              </a:ext>
            </a:extLst>
          </p:cNvPr>
          <p:cNvSpPr txBox="1"/>
          <p:nvPr/>
        </p:nvSpPr>
        <p:spPr>
          <a:xfrm>
            <a:off x="3048000" y="1766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Flights: Night vs Day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77F3FA-9F41-F03E-156A-5EE237B937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21" t="3757" r="2515" b="2891"/>
          <a:stretch>
            <a:fillRect/>
          </a:stretch>
        </p:blipFill>
        <p:spPr>
          <a:xfrm>
            <a:off x="294968" y="1270819"/>
            <a:ext cx="5073445" cy="4785852"/>
          </a:xfrm>
          <a:prstGeom prst="rect">
            <a:avLst/>
          </a:prstGeom>
          <a:effectLst>
            <a:softEdge rad="50800"/>
          </a:effectLst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AEDFD704-7EC3-FFDF-DB39-303852D4A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0361" y="1995302"/>
            <a:ext cx="5211097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Majority of flights (~70%) operate during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daytime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Night flights account for only ~30% of operations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Despite fewer in number,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night flights were more prone to disruptions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49211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28104A-E325-23BD-7D4D-207CD83A5E41}"/>
              </a:ext>
            </a:extLst>
          </p:cNvPr>
          <p:cNvSpPr txBox="1"/>
          <p:nvPr/>
        </p:nvSpPr>
        <p:spPr>
          <a:xfrm>
            <a:off x="3048000" y="80805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Avg Delay by Origin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3EBB02-D24E-14DE-0F83-CED9E30D47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6" t="-358" r="1286" b="2211"/>
          <a:stretch>
            <a:fillRect/>
          </a:stretch>
        </p:blipFill>
        <p:spPr>
          <a:xfrm>
            <a:off x="181897" y="1010264"/>
            <a:ext cx="5515897" cy="5134897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2B5CFE28-D0BB-1F1C-35C5-99A80BB80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184405"/>
            <a:ext cx="5515897" cy="4189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Highest delays observed at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ATQ (~19 mins)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IXE (~18 mins)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Most airports show delays in the range of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12–16 minutes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Lowest delays at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HYD (~9 mins)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GAU (~10 mins)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Indicates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location-specific operational inefficiencies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47602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71B567-0643-DD40-7BD5-A555E038C4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0" t="1361" r="1394"/>
          <a:stretch>
            <a:fillRect/>
          </a:stretch>
        </p:blipFill>
        <p:spPr>
          <a:xfrm>
            <a:off x="255639" y="1241322"/>
            <a:ext cx="5220929" cy="4746523"/>
          </a:xfrm>
          <a:prstGeom prst="rect">
            <a:avLst/>
          </a:prstGeom>
          <a:effectLst>
            <a:softEdge rad="508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DD5C16-2AA7-C74F-587F-6C3232E1B196}"/>
              </a:ext>
            </a:extLst>
          </p:cNvPr>
          <p:cNvSpPr txBox="1"/>
          <p:nvPr/>
        </p:nvSpPr>
        <p:spPr>
          <a:xfrm>
            <a:off x="3048000" y="15946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Flights by Status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61E6A0-EF56-E280-7246-1704EADE11FA}"/>
              </a:ext>
            </a:extLst>
          </p:cNvPr>
          <p:cNvSpPr txBox="1"/>
          <p:nvPr/>
        </p:nvSpPr>
        <p:spPr>
          <a:xfrm>
            <a:off x="5830529" y="1688210"/>
            <a:ext cx="5378245" cy="3266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00206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Majority of flights (~3K) were </a:t>
            </a:r>
            <a:r>
              <a:rPr lang="en-US" sz="2000" b="1" dirty="0">
                <a:solidFill>
                  <a:srgbClr val="00206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on-time</a:t>
            </a:r>
            <a:r>
              <a:rPr lang="en-US" sz="2000" dirty="0">
                <a:solidFill>
                  <a:srgbClr val="00206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00206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Delayed and cancelled flights are significantly lower (~1K each)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00206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However, the </a:t>
            </a:r>
            <a:r>
              <a:rPr lang="en-US" sz="2000" b="1" dirty="0">
                <a:solidFill>
                  <a:srgbClr val="00206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combined disruption (delays + cancellations)</a:t>
            </a:r>
            <a:r>
              <a:rPr lang="en-US" sz="2000" dirty="0">
                <a:solidFill>
                  <a:srgbClr val="00206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is still substantial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00206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Indicates overall operations were stable but </a:t>
            </a:r>
            <a:r>
              <a:rPr lang="en-US" sz="2000" b="1" dirty="0">
                <a:solidFill>
                  <a:srgbClr val="00206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crisis impact was noticeable</a:t>
            </a:r>
            <a:r>
              <a:rPr lang="en-US" sz="2000" dirty="0">
                <a:solidFill>
                  <a:srgbClr val="00206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62432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CBF0C2-E4AB-B18E-0545-C93BB8D4F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DDEACFE4-FED9-C8D3-69B5-CAB286D24AEB}"/>
              </a:ext>
            </a:extLst>
          </p:cNvPr>
          <p:cNvGrpSpPr/>
          <p:nvPr/>
        </p:nvGrpSpPr>
        <p:grpSpPr>
          <a:xfrm>
            <a:off x="203319" y="11061"/>
            <a:ext cx="2655940" cy="6858000"/>
            <a:chOff x="0" y="0"/>
            <a:chExt cx="2655940" cy="6858000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09B82A9-C112-0E7F-4B7F-6A16BA2E4534}"/>
                </a:ext>
              </a:extLst>
            </p:cNvPr>
            <p:cNvSpPr/>
            <p:nvPr/>
          </p:nvSpPr>
          <p:spPr>
            <a:xfrm>
              <a:off x="0" y="0"/>
              <a:ext cx="1976284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452787C8-023D-A410-A220-B1F2AF1A6D80}"/>
                </a:ext>
              </a:extLst>
            </p:cNvPr>
            <p:cNvSpPr/>
            <p:nvPr/>
          </p:nvSpPr>
          <p:spPr>
            <a:xfrm rot="5400000">
              <a:off x="1736626" y="1119695"/>
              <a:ext cx="1111041" cy="72758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4AB293C-7A50-72EF-77E9-D4F08B813855}"/>
              </a:ext>
            </a:extLst>
          </p:cNvPr>
          <p:cNvGrpSpPr/>
          <p:nvPr/>
        </p:nvGrpSpPr>
        <p:grpSpPr>
          <a:xfrm>
            <a:off x="0" y="0"/>
            <a:ext cx="2568176" cy="6858000"/>
            <a:chOff x="0" y="0"/>
            <a:chExt cx="2568176" cy="6858000"/>
          </a:xfrm>
          <a:solidFill>
            <a:schemeClr val="accent4">
              <a:lumMod val="50000"/>
            </a:schemeClr>
          </a:solidFill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5F3BE9F-2964-95F2-2902-25A164A9879B}"/>
                </a:ext>
              </a:extLst>
            </p:cNvPr>
            <p:cNvSpPr/>
            <p:nvPr/>
          </p:nvSpPr>
          <p:spPr>
            <a:xfrm>
              <a:off x="0" y="0"/>
              <a:ext cx="1976284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3473689B-C3C5-0615-4E62-58D3B82443F2}"/>
                </a:ext>
              </a:extLst>
            </p:cNvPr>
            <p:cNvSpPr/>
            <p:nvPr/>
          </p:nvSpPr>
          <p:spPr>
            <a:xfrm rot="5400000">
              <a:off x="1648862" y="1119695"/>
              <a:ext cx="1111041" cy="72758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A051F71-D0DF-BD7A-03C8-6F23488564AB}"/>
              </a:ext>
            </a:extLst>
          </p:cNvPr>
          <p:cNvGrpSpPr/>
          <p:nvPr/>
        </p:nvGrpSpPr>
        <p:grpSpPr>
          <a:xfrm>
            <a:off x="121256" y="-11061"/>
            <a:ext cx="2600632" cy="6858000"/>
            <a:chOff x="-55845" y="0"/>
            <a:chExt cx="2600632" cy="685800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496B773-0731-F377-280C-D1A5227E55BD}"/>
                </a:ext>
              </a:extLst>
            </p:cNvPr>
            <p:cNvSpPr/>
            <p:nvPr/>
          </p:nvSpPr>
          <p:spPr>
            <a:xfrm>
              <a:off x="-55845" y="0"/>
              <a:ext cx="1976284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E56CFB7D-D84A-F6E4-7F92-CA776A53C45C}"/>
                </a:ext>
              </a:extLst>
            </p:cNvPr>
            <p:cNvSpPr/>
            <p:nvPr/>
          </p:nvSpPr>
          <p:spPr>
            <a:xfrm rot="5400000">
              <a:off x="1625473" y="1119018"/>
              <a:ext cx="1111041" cy="72758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92535EB-804A-AC99-8C11-DCE76565FFE4}"/>
              </a:ext>
            </a:extLst>
          </p:cNvPr>
          <p:cNvGrpSpPr/>
          <p:nvPr/>
        </p:nvGrpSpPr>
        <p:grpSpPr>
          <a:xfrm>
            <a:off x="0" y="-22123"/>
            <a:ext cx="2601019" cy="6858000"/>
            <a:chOff x="669822" y="-100783"/>
            <a:chExt cx="2601019" cy="6858000"/>
          </a:xfrm>
          <a:solidFill>
            <a:schemeClr val="accent4">
              <a:lumMod val="75000"/>
            </a:schemeClr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F15FBA0-8CBE-749A-7FFD-4CB914795BFD}"/>
                </a:ext>
              </a:extLst>
            </p:cNvPr>
            <p:cNvSpPr/>
            <p:nvPr/>
          </p:nvSpPr>
          <p:spPr>
            <a:xfrm>
              <a:off x="669822" y="-100783"/>
              <a:ext cx="1976284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3968541A-5102-E9CE-EDF0-90BC6B51FA1C}"/>
                </a:ext>
              </a:extLst>
            </p:cNvPr>
            <p:cNvSpPr/>
            <p:nvPr/>
          </p:nvSpPr>
          <p:spPr>
            <a:xfrm rot="5400000">
              <a:off x="2351527" y="1017558"/>
              <a:ext cx="1111041" cy="72758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1152998-A240-37BD-FFAC-7D99B0352F7F}"/>
              </a:ext>
            </a:extLst>
          </p:cNvPr>
          <p:cNvGrpSpPr/>
          <p:nvPr/>
        </p:nvGrpSpPr>
        <p:grpSpPr>
          <a:xfrm>
            <a:off x="-28266" y="22123"/>
            <a:ext cx="2568175" cy="6858000"/>
            <a:chOff x="9380919" y="1189677"/>
            <a:chExt cx="2568175" cy="6858000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78F8641-8ADA-CC10-5B90-D89B489F6CBC}"/>
                </a:ext>
              </a:extLst>
            </p:cNvPr>
            <p:cNvSpPr/>
            <p:nvPr/>
          </p:nvSpPr>
          <p:spPr>
            <a:xfrm>
              <a:off x="9380919" y="1189677"/>
              <a:ext cx="1976284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E4429721-21FF-6828-72ED-12348C355016}"/>
                </a:ext>
              </a:extLst>
            </p:cNvPr>
            <p:cNvSpPr/>
            <p:nvPr/>
          </p:nvSpPr>
          <p:spPr>
            <a:xfrm rot="5400000">
              <a:off x="11029780" y="2254891"/>
              <a:ext cx="1111041" cy="72758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8F6980ED-D137-7833-B68A-6E973EAD302E}"/>
              </a:ext>
            </a:extLst>
          </p:cNvPr>
          <p:cNvSpPr txBox="1"/>
          <p:nvPr/>
        </p:nvSpPr>
        <p:spPr>
          <a:xfrm>
            <a:off x="64213" y="661581"/>
            <a:ext cx="184422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ptos Narrow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Crew Records</a:t>
            </a:r>
            <a:br>
              <a:rPr lang="en-US" b="1" dirty="0">
                <a:latin typeface="Aptos Narrow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Bahnschrift" panose="020B0502040204020203" pitchFamily="34" charset="0"/>
              </a:rPr>
              <a:t>163,459</a:t>
            </a:r>
            <a:endParaRPr lang="en-US" sz="3600" dirty="0">
              <a:latin typeface="Bahnschrift" panose="020B0502040204020203" pitchFamily="34" charset="0"/>
            </a:endParaRPr>
          </a:p>
          <a:p>
            <a:pPr algn="ctr"/>
            <a:endParaRPr lang="en-US" b="1" dirty="0">
              <a:latin typeface="Bahnschrift" panose="020B050204020402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D067DD-F2EE-451F-30EB-08E25A1D0A29}"/>
              </a:ext>
            </a:extLst>
          </p:cNvPr>
          <p:cNvSpPr txBox="1"/>
          <p:nvPr/>
        </p:nvSpPr>
        <p:spPr>
          <a:xfrm>
            <a:off x="4751688" y="1661362"/>
            <a:ext cx="61844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Arial Rounded MT Bold" panose="020F0704030504030204" pitchFamily="34" charset="0"/>
              </a:rPr>
              <a:t>CREW ANALYSIS </a:t>
            </a:r>
            <a:br>
              <a:rPr lang="en-US" dirty="0"/>
            </a:br>
            <a:r>
              <a:rPr lang="en-US" sz="4800" dirty="0">
                <a:latin typeface="Bernard MT Condensed" panose="02050806060905020404" pitchFamily="18" charset="0"/>
              </a:rPr>
              <a:t>KPI METRICS</a:t>
            </a:r>
            <a:endParaRPr lang="en-US" dirty="0">
              <a:latin typeface="Bernard MT Condensed" panose="020508060609050204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42185A4-D8F5-DB50-BE27-26D9BB9945B3}"/>
              </a:ext>
            </a:extLst>
          </p:cNvPr>
          <p:cNvSpPr txBox="1"/>
          <p:nvPr/>
        </p:nvSpPr>
        <p:spPr>
          <a:xfrm>
            <a:off x="203319" y="1812888"/>
            <a:ext cx="1608946" cy="420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“A large volume of crew records indicates extensive operations, making efficient crew management critical.”</a:t>
            </a:r>
          </a:p>
        </p:txBody>
      </p:sp>
    </p:spTree>
    <p:extLst>
      <p:ext uri="{BB962C8B-B14F-4D97-AF65-F5344CB8AC3E}">
        <p14:creationId xmlns:p14="http://schemas.microsoft.com/office/powerpoint/2010/main" val="260279578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7E336F-9767-C84A-7FCF-63734794D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6EE37B2B-93A0-7311-711D-0567124622AE}"/>
              </a:ext>
            </a:extLst>
          </p:cNvPr>
          <p:cNvGrpSpPr/>
          <p:nvPr/>
        </p:nvGrpSpPr>
        <p:grpSpPr>
          <a:xfrm>
            <a:off x="9832871" y="-11061"/>
            <a:ext cx="3119454" cy="6880122"/>
            <a:chOff x="669822" y="-100783"/>
            <a:chExt cx="2601019" cy="6858000"/>
          </a:xfrm>
          <a:solidFill>
            <a:schemeClr val="accent4">
              <a:lumMod val="75000"/>
            </a:schemeClr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CA7C7B8-7BA0-F572-A227-28CF4060DB6C}"/>
                </a:ext>
              </a:extLst>
            </p:cNvPr>
            <p:cNvSpPr/>
            <p:nvPr/>
          </p:nvSpPr>
          <p:spPr>
            <a:xfrm>
              <a:off x="669822" y="-100783"/>
              <a:ext cx="1976284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653445D8-4E99-9AB8-A15E-D8433F206687}"/>
                </a:ext>
              </a:extLst>
            </p:cNvPr>
            <p:cNvSpPr/>
            <p:nvPr/>
          </p:nvSpPr>
          <p:spPr>
            <a:xfrm rot="5400000">
              <a:off x="2351527" y="1017558"/>
              <a:ext cx="1111041" cy="72758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6F1B87E-03A1-AE9D-1C02-3CFDC686D434}"/>
              </a:ext>
            </a:extLst>
          </p:cNvPr>
          <p:cNvGrpSpPr/>
          <p:nvPr/>
        </p:nvGrpSpPr>
        <p:grpSpPr>
          <a:xfrm>
            <a:off x="7467224" y="11061"/>
            <a:ext cx="3113003" cy="6858000"/>
            <a:chOff x="-55845" y="0"/>
            <a:chExt cx="2600632" cy="685800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7DB23DA-9FB1-A320-68A6-46CDF49E6F05}"/>
                </a:ext>
              </a:extLst>
            </p:cNvPr>
            <p:cNvSpPr/>
            <p:nvPr/>
          </p:nvSpPr>
          <p:spPr>
            <a:xfrm>
              <a:off x="-55845" y="0"/>
              <a:ext cx="1976284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77E053BC-EDC7-88CA-DBAD-E5B2582AE03A}"/>
                </a:ext>
              </a:extLst>
            </p:cNvPr>
            <p:cNvSpPr/>
            <p:nvPr/>
          </p:nvSpPr>
          <p:spPr>
            <a:xfrm rot="5400000">
              <a:off x="1625473" y="1119018"/>
              <a:ext cx="1111041" cy="72758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FDEA8A3-ED33-CF17-80C5-E8D5582C6705}"/>
              </a:ext>
            </a:extLst>
          </p:cNvPr>
          <p:cNvGrpSpPr/>
          <p:nvPr/>
        </p:nvGrpSpPr>
        <p:grpSpPr>
          <a:xfrm>
            <a:off x="5099194" y="-11061"/>
            <a:ext cx="3182410" cy="6858000"/>
            <a:chOff x="0" y="0"/>
            <a:chExt cx="2655940" cy="6858000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6527618-C7DE-8876-2F46-B3A850F31D22}"/>
                </a:ext>
              </a:extLst>
            </p:cNvPr>
            <p:cNvSpPr/>
            <p:nvPr/>
          </p:nvSpPr>
          <p:spPr>
            <a:xfrm>
              <a:off x="0" y="0"/>
              <a:ext cx="1976284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7C76A857-16E4-ADDA-C45D-3A444503E598}"/>
                </a:ext>
              </a:extLst>
            </p:cNvPr>
            <p:cNvSpPr/>
            <p:nvPr/>
          </p:nvSpPr>
          <p:spPr>
            <a:xfrm rot="5400000">
              <a:off x="1736626" y="1119695"/>
              <a:ext cx="1111041" cy="72758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DA5B3B2-21F9-8CC7-AB1C-7A24BCAFF197}"/>
              </a:ext>
            </a:extLst>
          </p:cNvPr>
          <p:cNvGrpSpPr/>
          <p:nvPr/>
        </p:nvGrpSpPr>
        <p:grpSpPr>
          <a:xfrm>
            <a:off x="2480812" y="-11061"/>
            <a:ext cx="3534744" cy="6880122"/>
            <a:chOff x="0" y="0"/>
            <a:chExt cx="2655940" cy="6858000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02069F-CDAD-23EB-F3C6-F8A8976F4E08}"/>
                </a:ext>
              </a:extLst>
            </p:cNvPr>
            <p:cNvSpPr/>
            <p:nvPr/>
          </p:nvSpPr>
          <p:spPr>
            <a:xfrm>
              <a:off x="0" y="0"/>
              <a:ext cx="1976284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Isosceles Triangle 4">
              <a:extLst>
                <a:ext uri="{FF2B5EF4-FFF2-40B4-BE49-F238E27FC236}">
                  <a16:creationId xmlns:a16="http://schemas.microsoft.com/office/drawing/2014/main" id="{A4F589B0-5904-D833-1166-861362567BB2}"/>
                </a:ext>
              </a:extLst>
            </p:cNvPr>
            <p:cNvSpPr/>
            <p:nvPr/>
          </p:nvSpPr>
          <p:spPr>
            <a:xfrm rot="5400000">
              <a:off x="1736626" y="1119695"/>
              <a:ext cx="1111041" cy="72758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6215C1C-701E-802B-AE12-F354B74E059D}"/>
              </a:ext>
            </a:extLst>
          </p:cNvPr>
          <p:cNvGrpSpPr/>
          <p:nvPr/>
        </p:nvGrpSpPr>
        <p:grpSpPr>
          <a:xfrm>
            <a:off x="0" y="-11062"/>
            <a:ext cx="11737696" cy="6880123"/>
            <a:chOff x="550875" y="-55306"/>
            <a:chExt cx="11737696" cy="688012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FE48D39-2E46-1005-303D-A8E255CC2C08}"/>
                </a:ext>
              </a:extLst>
            </p:cNvPr>
            <p:cNvGrpSpPr/>
            <p:nvPr/>
          </p:nvGrpSpPr>
          <p:grpSpPr>
            <a:xfrm>
              <a:off x="550875" y="-55306"/>
              <a:ext cx="3218819" cy="6880123"/>
              <a:chOff x="9882829" y="1145432"/>
              <a:chExt cx="2932717" cy="6880123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B01229F-62E9-86F3-56F4-83AD42848825}"/>
                  </a:ext>
                </a:extLst>
              </p:cNvPr>
              <p:cNvSpPr/>
              <p:nvPr/>
            </p:nvSpPr>
            <p:spPr>
              <a:xfrm>
                <a:off x="9882829" y="1145432"/>
                <a:ext cx="2260307" cy="688012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Isosceles Triangle 22">
                <a:extLst>
                  <a:ext uri="{FF2B5EF4-FFF2-40B4-BE49-F238E27FC236}">
                    <a16:creationId xmlns:a16="http://schemas.microsoft.com/office/drawing/2014/main" id="{2ED645AE-3F59-14F7-F23F-0C1E0E47596D}"/>
                  </a:ext>
                </a:extLst>
              </p:cNvPr>
              <p:cNvSpPr/>
              <p:nvPr/>
            </p:nvSpPr>
            <p:spPr>
              <a:xfrm rot="5400000">
                <a:off x="11841224" y="2155640"/>
                <a:ext cx="1111041" cy="83760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8041F50-CC26-F5C6-3AF1-1213CDABCF44}"/>
                </a:ext>
              </a:extLst>
            </p:cNvPr>
            <p:cNvSpPr txBox="1"/>
            <p:nvPr/>
          </p:nvSpPr>
          <p:spPr>
            <a:xfrm>
              <a:off x="799206" y="290895"/>
              <a:ext cx="1844223" cy="1292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Total Crew Records</a:t>
              </a:r>
              <a:b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2400" dirty="0">
                  <a:latin typeface="Bahnschrift" panose="020B0502040204020203" pitchFamily="34" charset="0"/>
                </a:rPr>
                <a:t>163,459</a:t>
              </a:r>
              <a:endParaRPr lang="en-US" sz="3600" dirty="0">
                <a:latin typeface="Bahnschrift" panose="020B0502040204020203" pitchFamily="34" charset="0"/>
              </a:endParaRPr>
            </a:p>
            <a:p>
              <a:pPr algn="ctr"/>
              <a:endParaRPr lang="en-US" b="1" dirty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B9A6808-8BCF-6C05-3073-5B2D04E24B12}"/>
                </a:ext>
              </a:extLst>
            </p:cNvPr>
            <p:cNvSpPr txBox="1"/>
            <p:nvPr/>
          </p:nvSpPr>
          <p:spPr>
            <a:xfrm>
              <a:off x="1075217" y="2117688"/>
              <a:ext cx="1608946" cy="42043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“A large volume of crew records indicates extensive operations, making efficient crew management critical.”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CA93BE9-41EF-5728-C77B-24BD4B45BBE6}"/>
                </a:ext>
              </a:extLst>
            </p:cNvPr>
            <p:cNvSpPr txBox="1"/>
            <p:nvPr/>
          </p:nvSpPr>
          <p:spPr>
            <a:xfrm>
              <a:off x="2385630" y="247100"/>
              <a:ext cx="15883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b="1" dirty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D1E67C0-076C-3E2B-A663-4CC0A2426DCF}"/>
                </a:ext>
              </a:extLst>
            </p:cNvPr>
            <p:cNvSpPr txBox="1"/>
            <p:nvPr/>
          </p:nvSpPr>
          <p:spPr>
            <a:xfrm>
              <a:off x="6021446" y="296486"/>
              <a:ext cx="1844223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Avg Block Hours</a:t>
              </a:r>
              <a:b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2800" dirty="0">
                  <a:latin typeface="Bahnschrift" panose="020B0502040204020203" pitchFamily="34" charset="0"/>
                </a:rPr>
                <a:t>4.75</a:t>
              </a:r>
            </a:p>
            <a:p>
              <a:pPr algn="ctr"/>
              <a:endParaRPr lang="en-US" b="1" dirty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FE311CE-EEA7-4FD3-CBF2-454103A52CE1}"/>
                </a:ext>
              </a:extLst>
            </p:cNvPr>
            <p:cNvSpPr txBox="1"/>
            <p:nvPr/>
          </p:nvSpPr>
          <p:spPr>
            <a:xfrm>
              <a:off x="3273711" y="354095"/>
              <a:ext cx="185431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Avg Rest Hours</a:t>
              </a:r>
              <a:b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2800" dirty="0">
                  <a:latin typeface="Bahnschrift" panose="020B0502040204020203" pitchFamily="34" charset="0"/>
                </a:rPr>
                <a:t>39.26</a:t>
              </a:r>
            </a:p>
            <a:p>
              <a:pPr algn="ctr"/>
              <a:endParaRPr lang="en-US" b="1" dirty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EB92816-F879-D55B-2A4C-88CFD74AE653}"/>
                </a:ext>
              </a:extLst>
            </p:cNvPr>
            <p:cNvSpPr txBox="1"/>
            <p:nvPr/>
          </p:nvSpPr>
          <p:spPr>
            <a:xfrm>
              <a:off x="8267452" y="354095"/>
              <a:ext cx="1844223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FDTL Violations</a:t>
              </a:r>
              <a:b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2800" dirty="0">
                  <a:latin typeface="Bahnschrift" panose="020B0502040204020203" pitchFamily="34" charset="0"/>
                </a:rPr>
                <a:t>74.53K</a:t>
              </a:r>
              <a:endParaRPr lang="en-US" b="1" dirty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0B1A3F5-BF99-883F-84DC-E4FE71018D6B}"/>
                </a:ext>
              </a:extLst>
            </p:cNvPr>
            <p:cNvSpPr txBox="1"/>
            <p:nvPr/>
          </p:nvSpPr>
          <p:spPr>
            <a:xfrm>
              <a:off x="10430442" y="290895"/>
              <a:ext cx="1844223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Violation %</a:t>
              </a:r>
              <a:b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2800" dirty="0">
                  <a:latin typeface="Bahnschrift" panose="020B0502040204020203" pitchFamily="34" charset="0"/>
                </a:rPr>
                <a:t>46%</a:t>
              </a:r>
              <a:endParaRPr lang="en-US" b="1" dirty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42497E4-EBF7-3F23-68EC-173B6F4EF630}"/>
                </a:ext>
              </a:extLst>
            </p:cNvPr>
            <p:cNvSpPr txBox="1"/>
            <p:nvPr/>
          </p:nvSpPr>
          <p:spPr>
            <a:xfrm>
              <a:off x="3381258" y="2117688"/>
              <a:ext cx="1608946" cy="37888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“Although average rest hours appear sufficient, they may not consistently meet regulatory requirements.”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DF96B97-A2F3-CE67-E8CA-7EEF2AEEAAF4}"/>
                </a:ext>
              </a:extLst>
            </p:cNvPr>
            <p:cNvSpPr txBox="1"/>
            <p:nvPr/>
          </p:nvSpPr>
          <p:spPr>
            <a:xfrm>
              <a:off x="6035521" y="2117688"/>
              <a:ext cx="1608946" cy="37888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“Average block hours are moderate, suggesting normal flight duration but not the root cause of stress.”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043BC8E-810C-AE3C-A36F-EB3F9267337A}"/>
                </a:ext>
              </a:extLst>
            </p:cNvPr>
            <p:cNvSpPr txBox="1"/>
            <p:nvPr/>
          </p:nvSpPr>
          <p:spPr>
            <a:xfrm>
              <a:off x="8353589" y="2117688"/>
              <a:ext cx="1608946" cy="37888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“A very high number of FDTL violations indicates significant non-compliance with duty regulations.”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9CBBB2D-520D-4928-3775-64A18D7934D9}"/>
                </a:ext>
              </a:extLst>
            </p:cNvPr>
            <p:cNvSpPr txBox="1"/>
            <p:nvPr/>
          </p:nvSpPr>
          <p:spPr>
            <a:xfrm>
              <a:off x="10679625" y="2117688"/>
              <a:ext cx="1608946" cy="42043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“Nearly half of the crew operations violated FDTL rules, clearly indicating severe crew shortage and overutilization.”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81854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7EF499-0174-3FC3-EF84-A9F7EC94181C}"/>
              </a:ext>
            </a:extLst>
          </p:cNvPr>
          <p:cNvSpPr txBox="1"/>
          <p:nvPr/>
        </p:nvSpPr>
        <p:spPr>
          <a:xfrm>
            <a:off x="3048000" y="12013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FDTL Violations Trend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59925D-7651-1724-A7C0-A8CBC3E7AE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29"/>
          <a:stretch>
            <a:fillRect/>
          </a:stretch>
        </p:blipFill>
        <p:spPr>
          <a:xfrm>
            <a:off x="285903" y="1114886"/>
            <a:ext cx="5524193" cy="4628228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547E14-DF71-688B-DE23-0743A9F6E69C}"/>
              </a:ext>
            </a:extLst>
          </p:cNvPr>
          <p:cNvSpPr txBox="1"/>
          <p:nvPr/>
        </p:nvSpPr>
        <p:spPr>
          <a:xfrm>
            <a:off x="6184491" y="1619383"/>
            <a:ext cx="5122606" cy="3364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High violations (~1500+) observed consistently before December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Sharp drop in violations post-December (~900–1000)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Indicates </a:t>
            </a:r>
            <a:r>
              <a:rPr lang="en-US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regulatory intervention or reduced crew duty hours</a:t>
            </a:r>
            <a:r>
              <a:rPr lang="en-US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Drop in violations likely led to </a:t>
            </a:r>
            <a:r>
              <a:rPr lang="en-US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crew shortage and increased cancellations</a:t>
            </a:r>
            <a:r>
              <a:rPr lang="en-US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48611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9EE30F-D0C2-F104-1F77-E95B6CAC1E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2" t="1367" r="2799" b="1174"/>
          <a:stretch>
            <a:fillRect/>
          </a:stretch>
        </p:blipFill>
        <p:spPr>
          <a:xfrm>
            <a:off x="403122" y="1032386"/>
            <a:ext cx="4395020" cy="5220929"/>
          </a:xfrm>
          <a:prstGeom prst="rect">
            <a:avLst/>
          </a:prstGeom>
          <a:effectLst>
            <a:softEdge rad="508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93190D-3F3E-29E9-D7AA-0F680FF70841}"/>
              </a:ext>
            </a:extLst>
          </p:cNvPr>
          <p:cNvSpPr txBox="1"/>
          <p:nvPr/>
        </p:nvSpPr>
        <p:spPr>
          <a:xfrm>
            <a:off x="3116826" y="15731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Avg Block Hours by Employee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3C148E-F072-A35D-66CD-E2172CB36EB9}"/>
              </a:ext>
            </a:extLst>
          </p:cNvPr>
          <p:cNvSpPr txBox="1"/>
          <p:nvPr/>
        </p:nvSpPr>
        <p:spPr>
          <a:xfrm>
            <a:off x="5171766" y="1901297"/>
            <a:ext cx="5899356" cy="2949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Most employees have </a:t>
            </a:r>
            <a:r>
              <a:rPr lang="en-US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similar block hours (~5–6 </a:t>
            </a:r>
            <a:r>
              <a:rPr lang="en-US" b="1" dirty="0" err="1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hrs</a:t>
            </a:r>
            <a:r>
              <a:rPr lang="en-US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r>
              <a:rPr lang="en-US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Indicates </a:t>
            </a:r>
            <a:r>
              <a:rPr lang="en-US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even workload distribution across crew</a:t>
            </a:r>
            <a:r>
              <a:rPr lang="en-US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 major outliers → workload is </a:t>
            </a:r>
            <a:r>
              <a:rPr lang="en-US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balanced but limited</a:t>
            </a:r>
            <a:r>
              <a:rPr lang="en-US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Suggests </a:t>
            </a:r>
            <a:r>
              <a:rPr lang="en-US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capacity constraint rather than uneven allocation</a:t>
            </a:r>
            <a:r>
              <a:rPr lang="en-US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31828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EADE69-0185-DD23-4F32-F86BD7DC2F72}"/>
              </a:ext>
            </a:extLst>
          </p:cNvPr>
          <p:cNvSpPr txBox="1"/>
          <p:nvPr/>
        </p:nvSpPr>
        <p:spPr>
          <a:xfrm>
            <a:off x="3175820" y="14963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 Hours vs Required (FDTL)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029032-4851-BE63-95F4-B0BAD1C3F5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20" t="1561" r="1220" b="748"/>
          <a:stretch>
            <a:fillRect/>
          </a:stretch>
        </p:blipFill>
        <p:spPr>
          <a:xfrm>
            <a:off x="314633" y="1108586"/>
            <a:ext cx="5565058" cy="4869426"/>
          </a:xfrm>
          <a:prstGeom prst="rect">
            <a:avLst/>
          </a:prstGeom>
          <a:effectLst>
            <a:softEdge rad="5080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7AFF5D-E10D-7E83-43FE-CC574DC965D9}"/>
              </a:ext>
            </a:extLst>
          </p:cNvPr>
          <p:cNvSpPr txBox="1"/>
          <p:nvPr/>
        </p:nvSpPr>
        <p:spPr>
          <a:xfrm>
            <a:off x="6312310" y="1582597"/>
            <a:ext cx="4906296" cy="3364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Actual rest hours are </a:t>
            </a:r>
            <a:r>
              <a:rPr lang="en-US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very close to required FDTL limits</a:t>
            </a:r>
            <a:r>
              <a:rPr lang="en-US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Minimal gap indicates </a:t>
            </a:r>
            <a:r>
              <a:rPr lang="en-US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tight compliance with regulations</a:t>
            </a:r>
            <a:r>
              <a:rPr lang="en-US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Little flexibility in rest scheduling → </a:t>
            </a:r>
            <a:r>
              <a:rPr lang="en-US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low buffer capacity</a:t>
            </a:r>
            <a:r>
              <a:rPr lang="en-US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Suggests </a:t>
            </a:r>
            <a:r>
              <a:rPr lang="en-US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limited scope to extend crew duty hours</a:t>
            </a:r>
            <a:r>
              <a:rPr lang="en-US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58653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Word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A09446-436E-2554-5E8B-73CC133ADE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541"/>
          <a:stretch>
            <a:fillRect/>
          </a:stretch>
        </p:blipFill>
        <p:spPr>
          <a:xfrm>
            <a:off x="281605" y="1258529"/>
            <a:ext cx="4978654" cy="4650658"/>
          </a:xfrm>
          <a:prstGeom prst="rect">
            <a:avLst/>
          </a:prstGeom>
          <a:effectLst>
            <a:softEdge rad="508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D2423F-5EA1-0429-86A6-EFF164AC61CE}"/>
              </a:ext>
            </a:extLst>
          </p:cNvPr>
          <p:cNvSpPr txBox="1"/>
          <p:nvPr/>
        </p:nvSpPr>
        <p:spPr>
          <a:xfrm>
            <a:off x="2913499" y="16929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Night Flight Violations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386222-277B-9CD5-3A28-675A953CBD9D}"/>
              </a:ext>
            </a:extLst>
          </p:cNvPr>
          <p:cNvSpPr txBox="1"/>
          <p:nvPr/>
        </p:nvSpPr>
        <p:spPr>
          <a:xfrm>
            <a:off x="5840362" y="1672033"/>
            <a:ext cx="5299587" cy="3364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Both day and night duties show </a:t>
            </a:r>
            <a:r>
              <a:rPr lang="en-US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similar violation rates (~46%)</a:t>
            </a:r>
            <a:r>
              <a:rPr lang="en-US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However, </a:t>
            </a:r>
            <a:r>
              <a:rPr lang="en-US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day duty contributes higher absolute violations (52,879)</a:t>
            </a:r>
            <a:r>
              <a:rPr lang="en-US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Night duty also has significant violations (~21,652)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Indicates violations are </a:t>
            </a:r>
            <a:r>
              <a:rPr lang="en-US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system-wide, not limited to night flights</a:t>
            </a:r>
            <a:r>
              <a:rPr lang="en-US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0244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95ACD2-F326-A92D-417C-AE53DA32F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093AC62-148C-C856-C9C8-A02C239D5B94}"/>
              </a:ext>
            </a:extLst>
          </p:cNvPr>
          <p:cNvGrpSpPr/>
          <p:nvPr/>
        </p:nvGrpSpPr>
        <p:grpSpPr>
          <a:xfrm>
            <a:off x="428882" y="-22123"/>
            <a:ext cx="3119454" cy="6880122"/>
            <a:chOff x="9832871" y="-11061"/>
            <a:chExt cx="3119454" cy="6880122"/>
          </a:xfrm>
          <a:solidFill>
            <a:schemeClr val="accent5">
              <a:lumMod val="50000"/>
            </a:schemeClr>
          </a:solidFill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2888B88-060C-49F0-D195-C24DB4BA4E4A}"/>
                </a:ext>
              </a:extLst>
            </p:cNvPr>
            <p:cNvGrpSpPr/>
            <p:nvPr/>
          </p:nvGrpSpPr>
          <p:grpSpPr>
            <a:xfrm>
              <a:off x="9832871" y="-11061"/>
              <a:ext cx="3119454" cy="6880122"/>
              <a:chOff x="669822" y="-100783"/>
              <a:chExt cx="2601019" cy="6858000"/>
            </a:xfrm>
            <a:grpFill/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5B4EB6C-8B63-FE92-BEF9-CACAF9C7DB3E}"/>
                  </a:ext>
                </a:extLst>
              </p:cNvPr>
              <p:cNvSpPr/>
              <p:nvPr/>
            </p:nvSpPr>
            <p:spPr>
              <a:xfrm>
                <a:off x="669822" y="-100783"/>
                <a:ext cx="1976284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Isosceles Triangle 16">
                <a:extLst>
                  <a:ext uri="{FF2B5EF4-FFF2-40B4-BE49-F238E27FC236}">
                    <a16:creationId xmlns:a16="http://schemas.microsoft.com/office/drawing/2014/main" id="{E47BC148-B4CD-03F3-5DF8-8285BF111722}"/>
                  </a:ext>
                </a:extLst>
              </p:cNvPr>
              <p:cNvSpPr/>
              <p:nvPr/>
            </p:nvSpPr>
            <p:spPr>
              <a:xfrm rot="5400000">
                <a:off x="2351527" y="1017558"/>
                <a:ext cx="1111041" cy="72758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97932D3-BD7F-EF3E-23FA-E8AF6A4DA655}"/>
                </a:ext>
              </a:extLst>
            </p:cNvPr>
            <p:cNvSpPr txBox="1"/>
            <p:nvPr/>
          </p:nvSpPr>
          <p:spPr>
            <a:xfrm>
              <a:off x="9879567" y="233193"/>
              <a:ext cx="2008556" cy="101566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Total Weather Records</a:t>
              </a:r>
              <a:b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2400" dirty="0">
                  <a:latin typeface="Bahnschrift" panose="020B0502040204020203" pitchFamily="34" charset="0"/>
                </a:rPr>
                <a:t>976</a:t>
              </a:r>
              <a:endParaRPr lang="en-US" b="1" dirty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3DE3BE5-4801-AFEE-45CB-57E0DD04B61F}"/>
                </a:ext>
              </a:extLst>
            </p:cNvPr>
            <p:cNvSpPr txBox="1"/>
            <p:nvPr/>
          </p:nvSpPr>
          <p:spPr>
            <a:xfrm>
              <a:off x="9890303" y="2274646"/>
              <a:ext cx="2189412" cy="327628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“Sufficient weather data confirms consistent monitoring, with no extreme anomalies observed.”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FDC2A50-4A72-F892-37C6-FE6F412DA208}"/>
              </a:ext>
            </a:extLst>
          </p:cNvPr>
          <p:cNvGrpSpPr/>
          <p:nvPr/>
        </p:nvGrpSpPr>
        <p:grpSpPr>
          <a:xfrm>
            <a:off x="373316" y="22122"/>
            <a:ext cx="3102575" cy="6858000"/>
            <a:chOff x="7483918" y="0"/>
            <a:chExt cx="3102575" cy="68580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7AC2F9E-A158-F304-53BC-D62E38872040}"/>
                </a:ext>
              </a:extLst>
            </p:cNvPr>
            <p:cNvGrpSpPr/>
            <p:nvPr/>
          </p:nvGrpSpPr>
          <p:grpSpPr>
            <a:xfrm>
              <a:off x="7483918" y="0"/>
              <a:ext cx="3102575" cy="6858000"/>
              <a:chOff x="-47133" y="-11061"/>
              <a:chExt cx="2591920" cy="6858000"/>
            </a:xfrm>
            <a:solidFill>
              <a:schemeClr val="accent5">
                <a:lumMod val="60000"/>
                <a:lumOff val="40000"/>
              </a:schemeClr>
            </a:solidFill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5381033-6FC3-0780-6E56-BFA15510090A}"/>
                  </a:ext>
                </a:extLst>
              </p:cNvPr>
              <p:cNvSpPr/>
              <p:nvPr/>
            </p:nvSpPr>
            <p:spPr>
              <a:xfrm>
                <a:off x="-47133" y="-11061"/>
                <a:ext cx="1976284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Isosceles Triangle 13">
                <a:extLst>
                  <a:ext uri="{FF2B5EF4-FFF2-40B4-BE49-F238E27FC236}">
                    <a16:creationId xmlns:a16="http://schemas.microsoft.com/office/drawing/2014/main" id="{F61B2012-210B-5BBF-E9E1-AF4BD86DF78E}"/>
                  </a:ext>
                </a:extLst>
              </p:cNvPr>
              <p:cNvSpPr/>
              <p:nvPr/>
            </p:nvSpPr>
            <p:spPr>
              <a:xfrm rot="5400000">
                <a:off x="1625473" y="1119018"/>
                <a:ext cx="1111041" cy="72758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F9C4D89-B28F-3443-EF3E-9201DA00811A}"/>
                </a:ext>
              </a:extLst>
            </p:cNvPr>
            <p:cNvSpPr txBox="1"/>
            <p:nvPr/>
          </p:nvSpPr>
          <p:spPr>
            <a:xfrm>
              <a:off x="7678253" y="233193"/>
              <a:ext cx="1844223" cy="101566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Low Visibility Count</a:t>
              </a:r>
              <a:b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2400" dirty="0">
                  <a:latin typeface="Bahnschrift" panose="020B0502040204020203" pitchFamily="34" charset="0"/>
                </a:rPr>
                <a:t>138</a:t>
              </a:r>
              <a:endParaRPr lang="en-US" sz="2800" dirty="0">
                <a:latin typeface="Bahnschrift" panose="020B0502040204020203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400DE87-E1A1-F530-6366-291B8A8A7719}"/>
                </a:ext>
              </a:extLst>
            </p:cNvPr>
            <p:cNvSpPr txBox="1"/>
            <p:nvPr/>
          </p:nvSpPr>
          <p:spPr>
            <a:xfrm>
              <a:off x="7678253" y="2203147"/>
              <a:ext cx="1964446" cy="373794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“Low visibility incidents occurred but were not widespread enough to cause major disruption.”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6E1AE25-409D-7BFB-F87B-95C8575A2657}"/>
              </a:ext>
            </a:extLst>
          </p:cNvPr>
          <p:cNvGrpSpPr/>
          <p:nvPr/>
        </p:nvGrpSpPr>
        <p:grpSpPr>
          <a:xfrm>
            <a:off x="248331" y="0"/>
            <a:ext cx="3182410" cy="6858000"/>
            <a:chOff x="5099194" y="-11061"/>
            <a:chExt cx="3182410" cy="6858000"/>
          </a:xfrm>
          <a:solidFill>
            <a:schemeClr val="accent5">
              <a:lumMod val="40000"/>
              <a:lumOff val="60000"/>
            </a:schemeClr>
          </a:solidFill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2A9F337-A6E1-539C-3B6C-74DBDCC28BE7}"/>
                </a:ext>
              </a:extLst>
            </p:cNvPr>
            <p:cNvGrpSpPr/>
            <p:nvPr/>
          </p:nvGrpSpPr>
          <p:grpSpPr>
            <a:xfrm>
              <a:off x="5099194" y="-11061"/>
              <a:ext cx="3182410" cy="6858000"/>
              <a:chOff x="0" y="0"/>
              <a:chExt cx="2655940" cy="6858000"/>
            </a:xfrm>
            <a:grpFill/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920E761-F839-CE91-9795-40616311310D}"/>
                  </a:ext>
                </a:extLst>
              </p:cNvPr>
              <p:cNvSpPr/>
              <p:nvPr/>
            </p:nvSpPr>
            <p:spPr>
              <a:xfrm>
                <a:off x="0" y="0"/>
                <a:ext cx="1976284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Isosceles Triangle 19">
                <a:extLst>
                  <a:ext uri="{FF2B5EF4-FFF2-40B4-BE49-F238E27FC236}">
                    <a16:creationId xmlns:a16="http://schemas.microsoft.com/office/drawing/2014/main" id="{73DB4B30-B7FC-D52B-4361-E598F2045316}"/>
                  </a:ext>
                </a:extLst>
              </p:cNvPr>
              <p:cNvSpPr/>
              <p:nvPr/>
            </p:nvSpPr>
            <p:spPr>
              <a:xfrm rot="5400000">
                <a:off x="1736626" y="1119695"/>
                <a:ext cx="1111041" cy="72758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562B00C-20E1-CE6A-890A-6FFC23D45099}"/>
                </a:ext>
              </a:extLst>
            </p:cNvPr>
            <p:cNvSpPr txBox="1"/>
            <p:nvPr/>
          </p:nvSpPr>
          <p:spPr>
            <a:xfrm>
              <a:off x="5470571" y="340730"/>
              <a:ext cx="1844223" cy="80021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Fog Count</a:t>
              </a:r>
              <a:b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2800" dirty="0">
                  <a:latin typeface="Bahnschrift" panose="020B0502040204020203" pitchFamily="34" charset="0"/>
                </a:rPr>
                <a:t>128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3E561CA-B46B-81DB-FC22-FBD9BC5DBE5A}"/>
                </a:ext>
              </a:extLst>
            </p:cNvPr>
            <p:cNvSpPr txBox="1"/>
            <p:nvPr/>
          </p:nvSpPr>
          <p:spPr>
            <a:xfrm>
              <a:off x="5279745" y="2274646"/>
              <a:ext cx="1844223" cy="243500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“Fog events were present but relatively limited in frequency.”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97E525-1B36-7F87-C8AC-13744652FA13}"/>
              </a:ext>
            </a:extLst>
          </p:cNvPr>
          <p:cNvGrpSpPr/>
          <p:nvPr/>
        </p:nvGrpSpPr>
        <p:grpSpPr>
          <a:xfrm>
            <a:off x="13258" y="-22122"/>
            <a:ext cx="3534744" cy="6880122"/>
            <a:chOff x="2480812" y="-11061"/>
            <a:chExt cx="3534744" cy="6880122"/>
          </a:xfrm>
          <a:solidFill>
            <a:schemeClr val="accent5">
              <a:lumMod val="20000"/>
              <a:lumOff val="80000"/>
            </a:schemeClr>
          </a:solidFill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AEF1EFB-96BE-1650-AB9D-D668D2663356}"/>
                </a:ext>
              </a:extLst>
            </p:cNvPr>
            <p:cNvGrpSpPr/>
            <p:nvPr/>
          </p:nvGrpSpPr>
          <p:grpSpPr>
            <a:xfrm>
              <a:off x="2480812" y="-11061"/>
              <a:ext cx="3534744" cy="6880122"/>
              <a:chOff x="0" y="0"/>
              <a:chExt cx="2655940" cy="6858000"/>
            </a:xfrm>
            <a:grpFill/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3ACDB79-FE20-AD04-BCB1-7BF2F2F908F0}"/>
                  </a:ext>
                </a:extLst>
              </p:cNvPr>
              <p:cNvSpPr/>
              <p:nvPr/>
            </p:nvSpPr>
            <p:spPr>
              <a:xfrm>
                <a:off x="0" y="0"/>
                <a:ext cx="1976284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Isosceles Triangle 4">
                <a:extLst>
                  <a:ext uri="{FF2B5EF4-FFF2-40B4-BE49-F238E27FC236}">
                    <a16:creationId xmlns:a16="http://schemas.microsoft.com/office/drawing/2014/main" id="{A118D001-99CC-01BA-096D-1659FB0314F3}"/>
                  </a:ext>
                </a:extLst>
              </p:cNvPr>
              <p:cNvSpPr/>
              <p:nvPr/>
            </p:nvSpPr>
            <p:spPr>
              <a:xfrm rot="5400000">
                <a:off x="1736626" y="1119695"/>
                <a:ext cx="1111041" cy="72758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4CD0164-D844-F982-F9D2-C457F0430EED}"/>
                </a:ext>
              </a:extLst>
            </p:cNvPr>
            <p:cNvSpPr txBox="1"/>
            <p:nvPr/>
          </p:nvSpPr>
          <p:spPr>
            <a:xfrm>
              <a:off x="2840870" y="291344"/>
              <a:ext cx="1854316" cy="677108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Avg Visibility</a:t>
              </a:r>
              <a:b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2000" dirty="0">
                  <a:latin typeface="Bahnschrift" panose="020B0502040204020203" pitchFamily="34" charset="0"/>
                </a:rPr>
                <a:t>6.47K meters</a:t>
              </a:r>
              <a:endParaRPr lang="en-US" b="1" dirty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1018695-DF77-1AE8-403D-D85D5DC01B1B}"/>
                </a:ext>
              </a:extLst>
            </p:cNvPr>
            <p:cNvSpPr txBox="1"/>
            <p:nvPr/>
          </p:nvSpPr>
          <p:spPr>
            <a:xfrm>
              <a:off x="2840870" y="2274646"/>
              <a:ext cx="2203779" cy="235295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“Overall visibility remained within acceptable limits for flight operations.”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2837BCA-400D-6D09-7E53-419B979E492C}"/>
              </a:ext>
            </a:extLst>
          </p:cNvPr>
          <p:cNvSpPr txBox="1"/>
          <p:nvPr/>
        </p:nvSpPr>
        <p:spPr>
          <a:xfrm>
            <a:off x="1834755" y="291344"/>
            <a:ext cx="1588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b="1" dirty="0">
              <a:latin typeface="Bahnschrift" panose="020B050204020402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2EF2838-0F79-DE04-99B1-0D6857C905CF}"/>
              </a:ext>
            </a:extLst>
          </p:cNvPr>
          <p:cNvGrpSpPr/>
          <p:nvPr/>
        </p:nvGrpSpPr>
        <p:grpSpPr>
          <a:xfrm>
            <a:off x="-8284" y="0"/>
            <a:ext cx="3234433" cy="6880123"/>
            <a:chOff x="-8284" y="0"/>
            <a:chExt cx="3234433" cy="6880123"/>
          </a:xfrm>
          <a:solidFill>
            <a:schemeClr val="accent5"/>
          </a:solid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11F33E5-2596-5FEC-26DB-CCA43254FBF9}"/>
                </a:ext>
              </a:extLst>
            </p:cNvPr>
            <p:cNvGrpSpPr/>
            <p:nvPr/>
          </p:nvGrpSpPr>
          <p:grpSpPr>
            <a:xfrm>
              <a:off x="-8284" y="0"/>
              <a:ext cx="3234433" cy="6880123"/>
              <a:chOff x="9868603" y="1112249"/>
              <a:chExt cx="2946943" cy="6880123"/>
            </a:xfrm>
            <a:grpFill/>
          </p:grpSpPr>
          <p:sp>
            <p:nvSpPr>
              <p:cNvPr id="23" name="Isosceles Triangle 22">
                <a:extLst>
                  <a:ext uri="{FF2B5EF4-FFF2-40B4-BE49-F238E27FC236}">
                    <a16:creationId xmlns:a16="http://schemas.microsoft.com/office/drawing/2014/main" id="{77DA1F82-8341-5AB5-B69E-0C5591125482}"/>
                  </a:ext>
                </a:extLst>
              </p:cNvPr>
              <p:cNvSpPr/>
              <p:nvPr/>
            </p:nvSpPr>
            <p:spPr>
              <a:xfrm rot="5400000">
                <a:off x="11841224" y="2155640"/>
                <a:ext cx="1111041" cy="83760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F01672F-6235-7B59-0F55-5A5B6F3A164A}"/>
                  </a:ext>
                </a:extLst>
              </p:cNvPr>
              <p:cNvSpPr/>
              <p:nvPr/>
            </p:nvSpPr>
            <p:spPr>
              <a:xfrm>
                <a:off x="9868603" y="1112249"/>
                <a:ext cx="2260307" cy="688012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en-US" dirty="0">
                  <a:solidFill>
                    <a:schemeClr val="tx1"/>
                  </a:solidFill>
                  <a:highlight>
                    <a:srgbClr val="FFFF00"/>
                  </a:highlight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5B56B75-9A9A-2F56-B475-3AE3078D6E44}"/>
                </a:ext>
              </a:extLst>
            </p:cNvPr>
            <p:cNvSpPr txBox="1"/>
            <p:nvPr/>
          </p:nvSpPr>
          <p:spPr>
            <a:xfrm>
              <a:off x="248331" y="335139"/>
              <a:ext cx="1844223" cy="73866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Avg Temperature</a:t>
              </a:r>
              <a:b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2400" dirty="0">
                  <a:latin typeface="Bahnschrift" panose="020B0502040204020203" pitchFamily="34" charset="0"/>
                </a:rPr>
                <a:t>18.18°C</a:t>
              </a:r>
              <a:endParaRPr lang="en-US" b="1" dirty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6EF43CF-E878-0209-340D-3F4E532EEA2C}"/>
                </a:ext>
              </a:extLst>
            </p:cNvPr>
            <p:cNvSpPr txBox="1"/>
            <p:nvPr/>
          </p:nvSpPr>
          <p:spPr>
            <a:xfrm>
              <a:off x="289065" y="2161932"/>
              <a:ext cx="1844223" cy="281461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“Temperature levels were normal and did not contribute to operational disruptions.”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27A18358-47F5-93C1-EA68-C0D5C8AE784E}"/>
              </a:ext>
            </a:extLst>
          </p:cNvPr>
          <p:cNvSpPr txBox="1"/>
          <p:nvPr/>
        </p:nvSpPr>
        <p:spPr>
          <a:xfrm>
            <a:off x="4751688" y="1661362"/>
            <a:ext cx="61844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Arial Rounded MT Bold" panose="020F0704030504030204" pitchFamily="34" charset="0"/>
              </a:rPr>
              <a:t>WEATHER IMPACT  </a:t>
            </a:r>
            <a:br>
              <a:rPr lang="en-US" dirty="0"/>
            </a:br>
            <a:r>
              <a:rPr lang="en-US" sz="4800" dirty="0">
                <a:latin typeface="Bernard MT Condensed" panose="02050806060905020404" pitchFamily="18" charset="0"/>
              </a:rPr>
              <a:t>KPI METRICS</a:t>
            </a:r>
            <a:endParaRPr lang="en-US" dirty="0">
              <a:latin typeface="Bernard MT Condensed" panose="02050806060905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9370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0AE191-3346-2BBC-F92C-0EB75C5B7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20370642-A61F-BB9B-5520-99425AF5A831}"/>
              </a:ext>
            </a:extLst>
          </p:cNvPr>
          <p:cNvGrpSpPr/>
          <p:nvPr/>
        </p:nvGrpSpPr>
        <p:grpSpPr>
          <a:xfrm>
            <a:off x="9832871" y="-11061"/>
            <a:ext cx="3119454" cy="6880122"/>
            <a:chOff x="9832871" y="-11061"/>
            <a:chExt cx="3119454" cy="6880122"/>
          </a:xfrm>
          <a:solidFill>
            <a:schemeClr val="accent5">
              <a:lumMod val="50000"/>
            </a:schemeClr>
          </a:solidFill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EDA65DA-9148-FB57-740A-4B271208D789}"/>
                </a:ext>
              </a:extLst>
            </p:cNvPr>
            <p:cNvGrpSpPr/>
            <p:nvPr/>
          </p:nvGrpSpPr>
          <p:grpSpPr>
            <a:xfrm>
              <a:off x="9832871" y="-11061"/>
              <a:ext cx="3119454" cy="6880122"/>
              <a:chOff x="669822" y="-100783"/>
              <a:chExt cx="2601019" cy="6858000"/>
            </a:xfrm>
            <a:grpFill/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E73C2D6-F4B3-B1B0-0623-73AF57DD2CBE}"/>
                  </a:ext>
                </a:extLst>
              </p:cNvPr>
              <p:cNvSpPr/>
              <p:nvPr/>
            </p:nvSpPr>
            <p:spPr>
              <a:xfrm>
                <a:off x="669822" y="-100783"/>
                <a:ext cx="1976284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Isosceles Triangle 16">
                <a:extLst>
                  <a:ext uri="{FF2B5EF4-FFF2-40B4-BE49-F238E27FC236}">
                    <a16:creationId xmlns:a16="http://schemas.microsoft.com/office/drawing/2014/main" id="{F9C747D4-2B4D-E7BC-C098-BF242B188A7A}"/>
                  </a:ext>
                </a:extLst>
              </p:cNvPr>
              <p:cNvSpPr/>
              <p:nvPr/>
            </p:nvSpPr>
            <p:spPr>
              <a:xfrm rot="5400000">
                <a:off x="2351527" y="1017558"/>
                <a:ext cx="1111041" cy="72758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A437229-0E83-194F-EBD7-8DDC3DE53410}"/>
                </a:ext>
              </a:extLst>
            </p:cNvPr>
            <p:cNvSpPr txBox="1"/>
            <p:nvPr/>
          </p:nvSpPr>
          <p:spPr>
            <a:xfrm>
              <a:off x="9879567" y="233193"/>
              <a:ext cx="2008556" cy="101566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Total Weather Records</a:t>
              </a:r>
              <a:b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2400" dirty="0">
                  <a:latin typeface="Bahnschrift" panose="020B0502040204020203" pitchFamily="34" charset="0"/>
                </a:rPr>
                <a:t>976</a:t>
              </a:r>
              <a:endParaRPr lang="en-US" b="1" dirty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8282D01-63A5-A900-7ED6-E794FF6305D7}"/>
                </a:ext>
              </a:extLst>
            </p:cNvPr>
            <p:cNvSpPr txBox="1"/>
            <p:nvPr/>
          </p:nvSpPr>
          <p:spPr>
            <a:xfrm>
              <a:off x="9890303" y="2274646"/>
              <a:ext cx="2189412" cy="327628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“Sufficient weather data confirms consistent monitoring, with no extreme anomalies observed.”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CD7079A-38FE-D5D0-AF81-47961446A633}"/>
              </a:ext>
            </a:extLst>
          </p:cNvPr>
          <p:cNvGrpSpPr/>
          <p:nvPr/>
        </p:nvGrpSpPr>
        <p:grpSpPr>
          <a:xfrm>
            <a:off x="7467224" y="-11062"/>
            <a:ext cx="3113003" cy="6891183"/>
            <a:chOff x="7467224" y="11061"/>
            <a:chExt cx="3113003" cy="6858000"/>
          </a:xfrm>
          <a:solidFill>
            <a:schemeClr val="accent5">
              <a:lumMod val="60000"/>
              <a:lumOff val="4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4ABABE4-4190-47C4-F501-F630DA07B605}"/>
                </a:ext>
              </a:extLst>
            </p:cNvPr>
            <p:cNvGrpSpPr/>
            <p:nvPr/>
          </p:nvGrpSpPr>
          <p:grpSpPr>
            <a:xfrm>
              <a:off x="7467224" y="11061"/>
              <a:ext cx="3113003" cy="6858000"/>
              <a:chOff x="-55845" y="0"/>
              <a:chExt cx="2600632" cy="6858000"/>
            </a:xfrm>
            <a:grpFill/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3B1D433-7C10-E0DA-2746-A34A15A4F265}"/>
                  </a:ext>
                </a:extLst>
              </p:cNvPr>
              <p:cNvSpPr/>
              <p:nvPr/>
            </p:nvSpPr>
            <p:spPr>
              <a:xfrm>
                <a:off x="-55845" y="0"/>
                <a:ext cx="1976284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Isosceles Triangle 13">
                <a:extLst>
                  <a:ext uri="{FF2B5EF4-FFF2-40B4-BE49-F238E27FC236}">
                    <a16:creationId xmlns:a16="http://schemas.microsoft.com/office/drawing/2014/main" id="{FADE0F50-6EB0-A1E8-3E24-CE8479D0523E}"/>
                  </a:ext>
                </a:extLst>
              </p:cNvPr>
              <p:cNvSpPr/>
              <p:nvPr/>
            </p:nvSpPr>
            <p:spPr>
              <a:xfrm rot="5400000">
                <a:off x="1625473" y="1119018"/>
                <a:ext cx="1111041" cy="72758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F190E6B-F0F6-2FE9-6784-EF9F0F0B6048}"/>
                </a:ext>
              </a:extLst>
            </p:cNvPr>
            <p:cNvSpPr txBox="1"/>
            <p:nvPr/>
          </p:nvSpPr>
          <p:spPr>
            <a:xfrm>
              <a:off x="7678253" y="233193"/>
              <a:ext cx="1844223" cy="101566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Low Visibility Count</a:t>
              </a:r>
              <a:b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2400" dirty="0">
                  <a:latin typeface="Bahnschrift" panose="020B0502040204020203" pitchFamily="34" charset="0"/>
                </a:rPr>
                <a:t>138</a:t>
              </a:r>
              <a:endParaRPr lang="en-US" sz="2800" dirty="0">
                <a:latin typeface="Bahnschrift" panose="020B0502040204020203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23D61B7-905E-C989-F597-7347C4A7C82B}"/>
                </a:ext>
              </a:extLst>
            </p:cNvPr>
            <p:cNvSpPr txBox="1"/>
            <p:nvPr/>
          </p:nvSpPr>
          <p:spPr>
            <a:xfrm>
              <a:off x="7678253" y="2203147"/>
              <a:ext cx="1964446" cy="373794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“Low visibility incidents occurred but were not widespread enough to cause major disruption.”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ED442FE-E1CE-8726-3D30-2595B174B8FD}"/>
              </a:ext>
            </a:extLst>
          </p:cNvPr>
          <p:cNvGrpSpPr/>
          <p:nvPr/>
        </p:nvGrpSpPr>
        <p:grpSpPr>
          <a:xfrm>
            <a:off x="5099194" y="-11061"/>
            <a:ext cx="3182410" cy="6891182"/>
            <a:chOff x="5099194" y="-11061"/>
            <a:chExt cx="3182410" cy="6858000"/>
          </a:xfrm>
          <a:solidFill>
            <a:schemeClr val="accent5">
              <a:lumMod val="40000"/>
              <a:lumOff val="60000"/>
            </a:schemeClr>
          </a:solidFill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FCE8A5E-44E3-5E31-73D9-C7F4B5F904D3}"/>
                </a:ext>
              </a:extLst>
            </p:cNvPr>
            <p:cNvGrpSpPr/>
            <p:nvPr/>
          </p:nvGrpSpPr>
          <p:grpSpPr>
            <a:xfrm>
              <a:off x="5099194" y="-11061"/>
              <a:ext cx="3182410" cy="6858000"/>
              <a:chOff x="0" y="0"/>
              <a:chExt cx="2655940" cy="6858000"/>
            </a:xfrm>
            <a:grpFill/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0D6F67E-58DD-2960-E5BE-35CB7405A65F}"/>
                  </a:ext>
                </a:extLst>
              </p:cNvPr>
              <p:cNvSpPr/>
              <p:nvPr/>
            </p:nvSpPr>
            <p:spPr>
              <a:xfrm>
                <a:off x="0" y="0"/>
                <a:ext cx="1976284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Isosceles Triangle 19">
                <a:extLst>
                  <a:ext uri="{FF2B5EF4-FFF2-40B4-BE49-F238E27FC236}">
                    <a16:creationId xmlns:a16="http://schemas.microsoft.com/office/drawing/2014/main" id="{005FA4AE-F2E8-51DE-D1C6-C8795F675AE7}"/>
                  </a:ext>
                </a:extLst>
              </p:cNvPr>
              <p:cNvSpPr/>
              <p:nvPr/>
            </p:nvSpPr>
            <p:spPr>
              <a:xfrm rot="5400000">
                <a:off x="1736626" y="1119695"/>
                <a:ext cx="1111041" cy="72758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285C030-C454-E2D3-9E6C-C775716A5D95}"/>
                </a:ext>
              </a:extLst>
            </p:cNvPr>
            <p:cNvSpPr txBox="1"/>
            <p:nvPr/>
          </p:nvSpPr>
          <p:spPr>
            <a:xfrm>
              <a:off x="5470571" y="340730"/>
              <a:ext cx="1844223" cy="80021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Fog Count</a:t>
              </a:r>
              <a:b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2800" dirty="0">
                  <a:latin typeface="Bahnschrift" panose="020B0502040204020203" pitchFamily="34" charset="0"/>
                </a:rPr>
                <a:t>128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34ACA73-CD3E-F247-DA50-F93F1C9C32DA}"/>
                </a:ext>
              </a:extLst>
            </p:cNvPr>
            <p:cNvSpPr txBox="1"/>
            <p:nvPr/>
          </p:nvSpPr>
          <p:spPr>
            <a:xfrm>
              <a:off x="5279745" y="2274646"/>
              <a:ext cx="1844223" cy="243500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“Fog events were present but relatively limited in frequency.”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D329AB-177B-C0F4-B0C0-E5E63A21EAFF}"/>
              </a:ext>
            </a:extLst>
          </p:cNvPr>
          <p:cNvGrpSpPr/>
          <p:nvPr/>
        </p:nvGrpSpPr>
        <p:grpSpPr>
          <a:xfrm>
            <a:off x="2476544" y="0"/>
            <a:ext cx="3534744" cy="6880122"/>
            <a:chOff x="2480812" y="-11061"/>
            <a:chExt cx="3534744" cy="6880122"/>
          </a:xfrm>
          <a:solidFill>
            <a:schemeClr val="accent5">
              <a:lumMod val="20000"/>
              <a:lumOff val="80000"/>
            </a:schemeClr>
          </a:solidFill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F3006EB-EB86-CBDA-2F7C-9419AA36E0DF}"/>
                </a:ext>
              </a:extLst>
            </p:cNvPr>
            <p:cNvGrpSpPr/>
            <p:nvPr/>
          </p:nvGrpSpPr>
          <p:grpSpPr>
            <a:xfrm>
              <a:off x="2480812" y="-11061"/>
              <a:ext cx="3534744" cy="6880122"/>
              <a:chOff x="0" y="0"/>
              <a:chExt cx="2655940" cy="6858000"/>
            </a:xfrm>
            <a:grpFill/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80504B9-59EB-F7C6-7658-870DDD0A394E}"/>
                  </a:ext>
                </a:extLst>
              </p:cNvPr>
              <p:cNvSpPr/>
              <p:nvPr/>
            </p:nvSpPr>
            <p:spPr>
              <a:xfrm>
                <a:off x="0" y="0"/>
                <a:ext cx="1976284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Isosceles Triangle 4">
                <a:extLst>
                  <a:ext uri="{FF2B5EF4-FFF2-40B4-BE49-F238E27FC236}">
                    <a16:creationId xmlns:a16="http://schemas.microsoft.com/office/drawing/2014/main" id="{9DD10233-EA93-DE56-4C42-DAFB19854098}"/>
                  </a:ext>
                </a:extLst>
              </p:cNvPr>
              <p:cNvSpPr/>
              <p:nvPr/>
            </p:nvSpPr>
            <p:spPr>
              <a:xfrm rot="5400000">
                <a:off x="1736626" y="1119695"/>
                <a:ext cx="1111041" cy="72758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706B063-8546-23EB-E190-8103D358E33D}"/>
                </a:ext>
              </a:extLst>
            </p:cNvPr>
            <p:cNvSpPr txBox="1"/>
            <p:nvPr/>
          </p:nvSpPr>
          <p:spPr>
            <a:xfrm>
              <a:off x="2840870" y="291344"/>
              <a:ext cx="1854316" cy="677108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Avg Visibility</a:t>
              </a:r>
              <a:b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2000" dirty="0">
                  <a:latin typeface="Bahnschrift" panose="020B0502040204020203" pitchFamily="34" charset="0"/>
                </a:rPr>
                <a:t>6.47K meters</a:t>
              </a:r>
              <a:endParaRPr lang="en-US" b="1" dirty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7188909-F34B-E7AA-F7D9-40DD84599F6F}"/>
                </a:ext>
              </a:extLst>
            </p:cNvPr>
            <p:cNvSpPr txBox="1"/>
            <p:nvPr/>
          </p:nvSpPr>
          <p:spPr>
            <a:xfrm>
              <a:off x="2840870" y="2274646"/>
              <a:ext cx="2203779" cy="235295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“Overall visibility remained within acceptable limits for flight operations.”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25881A5-6A1B-0904-A75C-8299DA2100F6}"/>
              </a:ext>
            </a:extLst>
          </p:cNvPr>
          <p:cNvSpPr txBox="1"/>
          <p:nvPr/>
        </p:nvSpPr>
        <p:spPr>
          <a:xfrm>
            <a:off x="1834755" y="291344"/>
            <a:ext cx="1588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b="1" dirty="0">
              <a:latin typeface="Bahnschrift" panose="020B050204020402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2605442-710F-DB72-A080-DB278A30EF10}"/>
              </a:ext>
            </a:extLst>
          </p:cNvPr>
          <p:cNvGrpSpPr/>
          <p:nvPr/>
        </p:nvGrpSpPr>
        <p:grpSpPr>
          <a:xfrm>
            <a:off x="0" y="-11061"/>
            <a:ext cx="3226150" cy="6880123"/>
            <a:chOff x="0" y="11061"/>
            <a:chExt cx="3226150" cy="6880123"/>
          </a:xfrm>
          <a:solidFill>
            <a:schemeClr val="accent5"/>
          </a:solid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63A90A8-3785-3E89-F43D-A0EE62B2AE50}"/>
                </a:ext>
              </a:extLst>
            </p:cNvPr>
            <p:cNvGrpSpPr/>
            <p:nvPr/>
          </p:nvGrpSpPr>
          <p:grpSpPr>
            <a:xfrm>
              <a:off x="0" y="11061"/>
              <a:ext cx="3226150" cy="6880123"/>
              <a:chOff x="9876150" y="1123310"/>
              <a:chExt cx="2939396" cy="6880123"/>
            </a:xfrm>
            <a:grpFill/>
          </p:grpSpPr>
          <p:sp>
            <p:nvSpPr>
              <p:cNvPr id="23" name="Isosceles Triangle 22">
                <a:extLst>
                  <a:ext uri="{FF2B5EF4-FFF2-40B4-BE49-F238E27FC236}">
                    <a16:creationId xmlns:a16="http://schemas.microsoft.com/office/drawing/2014/main" id="{042A6DF2-E108-96A9-0C4A-7F371DB6FF68}"/>
                  </a:ext>
                </a:extLst>
              </p:cNvPr>
              <p:cNvSpPr/>
              <p:nvPr/>
            </p:nvSpPr>
            <p:spPr>
              <a:xfrm rot="5400000">
                <a:off x="11841224" y="2155640"/>
                <a:ext cx="1111041" cy="83760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641ED6D-6171-5A99-FCCB-FA4BB985A295}"/>
                  </a:ext>
                </a:extLst>
              </p:cNvPr>
              <p:cNvSpPr/>
              <p:nvPr/>
            </p:nvSpPr>
            <p:spPr>
              <a:xfrm>
                <a:off x="9876150" y="1123310"/>
                <a:ext cx="2260307" cy="688012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en-US" dirty="0">
                  <a:solidFill>
                    <a:schemeClr val="tx1"/>
                  </a:solidFill>
                  <a:highlight>
                    <a:srgbClr val="FFFF00"/>
                  </a:highlight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88350C4-C76E-439D-DB00-0635D3EC110F}"/>
                </a:ext>
              </a:extLst>
            </p:cNvPr>
            <p:cNvSpPr txBox="1"/>
            <p:nvPr/>
          </p:nvSpPr>
          <p:spPr>
            <a:xfrm>
              <a:off x="248331" y="335139"/>
              <a:ext cx="1844223" cy="73866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Avg Temperature</a:t>
              </a:r>
              <a:b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2400" dirty="0">
                  <a:latin typeface="Bahnschrift" panose="020B0502040204020203" pitchFamily="34" charset="0"/>
                </a:rPr>
                <a:t>18.18°C</a:t>
              </a:r>
              <a:endParaRPr lang="en-US" b="1" dirty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389486E-8A93-DBAA-742C-C8E25270F731}"/>
                </a:ext>
              </a:extLst>
            </p:cNvPr>
            <p:cNvSpPr txBox="1"/>
            <p:nvPr/>
          </p:nvSpPr>
          <p:spPr>
            <a:xfrm>
              <a:off x="289065" y="2161932"/>
              <a:ext cx="1844223" cy="281461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“Temperature levels were normal and did not contribute to operational disruptions.”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3313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A8978E-AF56-D5E7-E648-795A2468CB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69" t="3003" r="1882" b="1668"/>
          <a:stretch>
            <a:fillRect/>
          </a:stretch>
        </p:blipFill>
        <p:spPr>
          <a:xfrm>
            <a:off x="305356" y="1194847"/>
            <a:ext cx="5329647" cy="4943871"/>
          </a:xfrm>
          <a:prstGeom prst="rect">
            <a:avLst/>
          </a:prstGeom>
          <a:effectLst>
            <a:softEdge rad="508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C41CCC-71CF-9CFF-0C7D-BAE1860103B2}"/>
              </a:ext>
            </a:extLst>
          </p:cNvPr>
          <p:cNvSpPr txBox="1"/>
          <p:nvPr/>
        </p:nvSpPr>
        <p:spPr>
          <a:xfrm>
            <a:off x="3048838" y="162002"/>
            <a:ext cx="60943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Weather Observations Trend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430FA4C-6476-3C9D-288B-7A9CF8015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1137" y="1401324"/>
            <a:ext cx="5857016" cy="378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Visibility was relatively high (~7K–9K) before December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Sharp drop in visibility (~4K–6K) observed during December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Indicates worsening weather conditions (fog/low visibility)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However, fluctuations suggest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weather was inconsistent, not extreme throughout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76840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C35E00-047B-0C1A-D915-D8CD721A9B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40" t="1952" r="2042" b="1900"/>
          <a:stretch>
            <a:fillRect/>
          </a:stretch>
        </p:blipFill>
        <p:spPr>
          <a:xfrm>
            <a:off x="378117" y="1042217"/>
            <a:ext cx="5717883" cy="5014453"/>
          </a:xfrm>
          <a:prstGeom prst="rect">
            <a:avLst/>
          </a:prstGeom>
          <a:effectLst>
            <a:softEdge rad="508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5B8640-A590-029D-E6EA-A4CFB6688596}"/>
              </a:ext>
            </a:extLst>
          </p:cNvPr>
          <p:cNvSpPr txBox="1"/>
          <p:nvPr/>
        </p:nvSpPr>
        <p:spPr>
          <a:xfrm>
            <a:off x="3048000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Temperature Distribution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813FBA-DBC2-5A95-4C0D-9CC21F836226}"/>
              </a:ext>
            </a:extLst>
          </p:cNvPr>
          <p:cNvSpPr txBox="1"/>
          <p:nvPr/>
        </p:nvSpPr>
        <p:spPr>
          <a:xfrm>
            <a:off x="6371303" y="1954397"/>
            <a:ext cx="4955458" cy="2949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Temperature values are mostly concentrated between </a:t>
            </a:r>
            <a:r>
              <a:rPr lang="en-US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10°C and 25°C</a:t>
            </a:r>
            <a:r>
              <a:rPr lang="en-US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 extreme temperature conditions observed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Distribution is fairly uniform across ranges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Indicates </a:t>
            </a:r>
            <a:r>
              <a:rPr lang="en-US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normal seasonal weather conditions</a:t>
            </a:r>
            <a:r>
              <a:rPr lang="en-US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92505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38FB9A-97E0-EAD7-D8D8-0A2314C927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5" t="1778" r="1819"/>
          <a:stretch>
            <a:fillRect/>
          </a:stretch>
        </p:blipFill>
        <p:spPr>
          <a:xfrm>
            <a:off x="459860" y="1364226"/>
            <a:ext cx="4987210" cy="4623619"/>
          </a:xfrm>
          <a:prstGeom prst="rect">
            <a:avLst/>
          </a:prstGeom>
          <a:effectLst>
            <a:softEdge rad="508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558B3D-6746-DDB5-545D-0ECEDC7897AC}"/>
              </a:ext>
            </a:extLst>
          </p:cNvPr>
          <p:cNvSpPr txBox="1"/>
          <p:nvPr/>
        </p:nvSpPr>
        <p:spPr>
          <a:xfrm>
            <a:off x="3048000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Fog Count by Weather Code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4CE2E44-07CA-9157-D0D4-D37D0B21E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5329" y="1649362"/>
            <a:ext cx="4916129" cy="3737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Majority of fog events are categorized as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MIFG (71 cases)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FG (57 cases) also contributes significantly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Indicates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frequent moderate fog conditions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Suggests visibility issues were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but not extreme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80661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A58069-273E-FA41-6580-3F85D15F7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93" y="993007"/>
            <a:ext cx="4112545" cy="5417625"/>
          </a:xfrm>
          <a:prstGeom prst="rect">
            <a:avLst/>
          </a:prstGeom>
          <a:effectLst>
            <a:softEdge rad="1016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B91C23-11C4-813B-230C-2405C76FAF69}"/>
              </a:ext>
            </a:extLst>
          </p:cNvPr>
          <p:cNvSpPr txBox="1"/>
          <p:nvPr/>
        </p:nvSpPr>
        <p:spPr>
          <a:xfrm>
            <a:off x="3048000" y="12013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Visibility Impact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F908658-4D77-8E00-0AD7-7F249E521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3950" y="1660849"/>
            <a:ext cx="5702708" cy="3364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Majority of records (~838) show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no low visibility conditions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Only a small portion (~138) experienced low visibility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Indicates low visibility events were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relatively infrequent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Suggests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limited overall impact on operations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1959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028911-D0A6-F018-0719-B0A847B9EE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6" t="2387" r="1855" b="1695"/>
          <a:stretch>
            <a:fillRect/>
          </a:stretch>
        </p:blipFill>
        <p:spPr>
          <a:xfrm>
            <a:off x="265472" y="1033015"/>
            <a:ext cx="4542503" cy="4791970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7BCCAA-F8B6-EF78-6C4F-FEEFA6E31BFE}"/>
              </a:ext>
            </a:extLst>
          </p:cNvPr>
          <p:cNvSpPr txBox="1"/>
          <p:nvPr/>
        </p:nvSpPr>
        <p:spPr>
          <a:xfrm>
            <a:off x="3048000" y="9063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Weather Visibility by City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B460461-7FD8-45DD-2D6D-415AA49C1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9756" y="1703107"/>
            <a:ext cx="5781368" cy="326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Visibility issues are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concentrated in specific cities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(not widespread)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Northern regions show relatively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lower visibility conditions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Other cities maintain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stable visibility levels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Indicates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location-specific weather impact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56654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77DDDC-F004-FBFE-7715-6841772C9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035D0EBC-1E66-321D-8393-B9FD10B76B2D}"/>
              </a:ext>
            </a:extLst>
          </p:cNvPr>
          <p:cNvGrpSpPr/>
          <p:nvPr/>
        </p:nvGrpSpPr>
        <p:grpSpPr>
          <a:xfrm>
            <a:off x="532827" y="11061"/>
            <a:ext cx="3119454" cy="6880122"/>
            <a:chOff x="9832871" y="-11061"/>
            <a:chExt cx="3119454" cy="6880122"/>
          </a:xfrm>
          <a:solidFill>
            <a:schemeClr val="bg2">
              <a:lumMod val="25000"/>
            </a:schemeClr>
          </a:solidFill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DAA1337-1A61-71F9-1E56-517376C161A7}"/>
                </a:ext>
              </a:extLst>
            </p:cNvPr>
            <p:cNvGrpSpPr/>
            <p:nvPr/>
          </p:nvGrpSpPr>
          <p:grpSpPr>
            <a:xfrm>
              <a:off x="9832871" y="-11061"/>
              <a:ext cx="3119454" cy="6880122"/>
              <a:chOff x="669822" y="-100783"/>
              <a:chExt cx="2601019" cy="6858000"/>
            </a:xfrm>
            <a:grpFill/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5A45DD6-4D83-3340-6E3D-192536CE145C}"/>
                  </a:ext>
                </a:extLst>
              </p:cNvPr>
              <p:cNvSpPr/>
              <p:nvPr/>
            </p:nvSpPr>
            <p:spPr>
              <a:xfrm>
                <a:off x="669822" y="-100783"/>
                <a:ext cx="1976284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Isosceles Triangle 16">
                <a:extLst>
                  <a:ext uri="{FF2B5EF4-FFF2-40B4-BE49-F238E27FC236}">
                    <a16:creationId xmlns:a16="http://schemas.microsoft.com/office/drawing/2014/main" id="{CB796883-CC11-5ED7-059C-1901E0F0027E}"/>
                  </a:ext>
                </a:extLst>
              </p:cNvPr>
              <p:cNvSpPr/>
              <p:nvPr/>
            </p:nvSpPr>
            <p:spPr>
              <a:xfrm rot="5400000">
                <a:off x="2351527" y="1017558"/>
                <a:ext cx="1111041" cy="72758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8C6E17A-B396-CC7B-AE84-9D15CDCF5111}"/>
                </a:ext>
              </a:extLst>
            </p:cNvPr>
            <p:cNvSpPr txBox="1"/>
            <p:nvPr/>
          </p:nvSpPr>
          <p:spPr>
            <a:xfrm>
              <a:off x="9879567" y="233193"/>
              <a:ext cx="2008556" cy="73866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Total Penalty</a:t>
              </a:r>
              <a:b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2400" dirty="0">
                  <a:latin typeface="Bahnschrift" panose="020B0502040204020203" pitchFamily="34" charset="0"/>
                </a:rPr>
                <a:t>~476 Cr</a:t>
              </a:r>
              <a:endParaRPr lang="en-US" b="1" dirty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21932F0-503B-9128-5752-63AE1F07F65F}"/>
                </a:ext>
              </a:extLst>
            </p:cNvPr>
            <p:cNvSpPr txBox="1"/>
            <p:nvPr/>
          </p:nvSpPr>
          <p:spPr>
            <a:xfrm>
              <a:off x="10009106" y="2409702"/>
              <a:ext cx="2189412" cy="18912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highlight serious regulatory and operational failures.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0FA4ED1-9CDC-E58C-83AC-163BDBA635A2}"/>
              </a:ext>
            </a:extLst>
          </p:cNvPr>
          <p:cNvGrpSpPr/>
          <p:nvPr/>
        </p:nvGrpSpPr>
        <p:grpSpPr>
          <a:xfrm>
            <a:off x="432631" y="11061"/>
            <a:ext cx="3113003" cy="6858000"/>
            <a:chOff x="7467224" y="-11061"/>
            <a:chExt cx="3113003" cy="6858000"/>
          </a:xfrm>
          <a:solidFill>
            <a:schemeClr val="bg2">
              <a:lumMod val="5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00FEBAF-FB1C-0FE5-A2C8-9BF6489CE86B}"/>
                </a:ext>
              </a:extLst>
            </p:cNvPr>
            <p:cNvGrpSpPr/>
            <p:nvPr/>
          </p:nvGrpSpPr>
          <p:grpSpPr>
            <a:xfrm>
              <a:off x="7467224" y="-11061"/>
              <a:ext cx="3113003" cy="6858000"/>
              <a:chOff x="-55845" y="-22122"/>
              <a:chExt cx="2600632" cy="6858000"/>
            </a:xfrm>
            <a:grpFill/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A19F267-3253-E743-7D6D-33157366FF8E}"/>
                  </a:ext>
                </a:extLst>
              </p:cNvPr>
              <p:cNvSpPr/>
              <p:nvPr/>
            </p:nvSpPr>
            <p:spPr>
              <a:xfrm>
                <a:off x="-55845" y="-22122"/>
                <a:ext cx="1976284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Isosceles Triangle 13">
                <a:extLst>
                  <a:ext uri="{FF2B5EF4-FFF2-40B4-BE49-F238E27FC236}">
                    <a16:creationId xmlns:a16="http://schemas.microsoft.com/office/drawing/2014/main" id="{E0103F50-45CC-BE8D-2887-77EE76D4C03C}"/>
                  </a:ext>
                </a:extLst>
              </p:cNvPr>
              <p:cNvSpPr/>
              <p:nvPr/>
            </p:nvSpPr>
            <p:spPr>
              <a:xfrm rot="5400000">
                <a:off x="1625473" y="1119018"/>
                <a:ext cx="1111041" cy="72758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2B0433C-E238-BE78-9A52-323C91D66B84}"/>
                </a:ext>
              </a:extLst>
            </p:cNvPr>
            <p:cNvSpPr txBox="1"/>
            <p:nvPr/>
          </p:nvSpPr>
          <p:spPr>
            <a:xfrm>
              <a:off x="7678253" y="233193"/>
              <a:ext cx="1844223" cy="73866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Avg Load Factor</a:t>
              </a:r>
              <a:b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2400" dirty="0">
                  <a:latin typeface="Bahnschrift" panose="020B0502040204020203" pitchFamily="34" charset="0"/>
                </a:rPr>
                <a:t>64%</a:t>
              </a:r>
              <a:endParaRPr lang="en-US" sz="2800" dirty="0">
                <a:latin typeface="Bahnschrift" panose="020B0502040204020203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C4FA899-5629-6AC9-A8EA-2AA203DEB474}"/>
                </a:ext>
              </a:extLst>
            </p:cNvPr>
            <p:cNvSpPr txBox="1"/>
            <p:nvPr/>
          </p:nvSpPr>
          <p:spPr>
            <a:xfrm>
              <a:off x="7667824" y="2435708"/>
              <a:ext cx="1964446" cy="18912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indicates poor seat utilization and operational inefficiency.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8286F5C-6DB2-05CA-5C13-CCBDCB43D4C6}"/>
              </a:ext>
            </a:extLst>
          </p:cNvPr>
          <p:cNvGrpSpPr/>
          <p:nvPr/>
        </p:nvGrpSpPr>
        <p:grpSpPr>
          <a:xfrm>
            <a:off x="363223" y="0"/>
            <a:ext cx="3182410" cy="6858000"/>
            <a:chOff x="5099194" y="-11061"/>
            <a:chExt cx="3182410" cy="6858000"/>
          </a:xfrm>
          <a:solidFill>
            <a:schemeClr val="bg2">
              <a:lumMod val="75000"/>
            </a:schemeClr>
          </a:solidFill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051799A-82B7-8F36-7C37-731EFD22C81D}"/>
                </a:ext>
              </a:extLst>
            </p:cNvPr>
            <p:cNvGrpSpPr/>
            <p:nvPr/>
          </p:nvGrpSpPr>
          <p:grpSpPr>
            <a:xfrm>
              <a:off x="5099194" y="-11061"/>
              <a:ext cx="3182410" cy="6858000"/>
              <a:chOff x="0" y="0"/>
              <a:chExt cx="2655940" cy="6858000"/>
            </a:xfrm>
            <a:grpFill/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27E7450-D454-8B78-45CC-3FD71F48F4CF}"/>
                  </a:ext>
                </a:extLst>
              </p:cNvPr>
              <p:cNvSpPr/>
              <p:nvPr/>
            </p:nvSpPr>
            <p:spPr>
              <a:xfrm>
                <a:off x="0" y="0"/>
                <a:ext cx="1976284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Isosceles Triangle 19">
                <a:extLst>
                  <a:ext uri="{FF2B5EF4-FFF2-40B4-BE49-F238E27FC236}">
                    <a16:creationId xmlns:a16="http://schemas.microsoft.com/office/drawing/2014/main" id="{5077F7AF-ED2C-ABD8-419B-C06CD3B474C7}"/>
                  </a:ext>
                </a:extLst>
              </p:cNvPr>
              <p:cNvSpPr/>
              <p:nvPr/>
            </p:nvSpPr>
            <p:spPr>
              <a:xfrm rot="5400000">
                <a:off x="1736626" y="1119695"/>
                <a:ext cx="1111041" cy="72758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A46D971-28B1-4C2C-8840-7AADD5766680}"/>
                </a:ext>
              </a:extLst>
            </p:cNvPr>
            <p:cNvSpPr txBox="1"/>
            <p:nvPr/>
          </p:nvSpPr>
          <p:spPr>
            <a:xfrm>
              <a:off x="5470571" y="340730"/>
              <a:ext cx="1844223" cy="80021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Avg Fare</a:t>
              </a:r>
              <a:b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2800" dirty="0">
                  <a:latin typeface="Bahnschrift" panose="020B0502040204020203" pitchFamily="34" charset="0"/>
                </a:rPr>
                <a:t>~10,875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96AD2C4-4282-B0AF-21F0-C1BC531C3B85}"/>
                </a:ext>
              </a:extLst>
            </p:cNvPr>
            <p:cNvSpPr txBox="1"/>
            <p:nvPr/>
          </p:nvSpPr>
          <p:spPr>
            <a:xfrm>
              <a:off x="5279745" y="2435708"/>
              <a:ext cx="1986878" cy="18912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shows pricing remained consistent during disruption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4978AEC-20D5-CD5A-14ED-05D04F5325D5}"/>
              </a:ext>
            </a:extLst>
          </p:cNvPr>
          <p:cNvGrpSpPr/>
          <p:nvPr/>
        </p:nvGrpSpPr>
        <p:grpSpPr>
          <a:xfrm>
            <a:off x="-51087" y="-22122"/>
            <a:ext cx="3534744" cy="6880122"/>
            <a:chOff x="2480812" y="-11061"/>
            <a:chExt cx="3534744" cy="6880122"/>
          </a:xfrm>
          <a:solidFill>
            <a:schemeClr val="bg2">
              <a:lumMod val="90000"/>
            </a:schemeClr>
          </a:solidFill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9BB92C0-E98F-3ED2-4907-5D041B212060}"/>
                </a:ext>
              </a:extLst>
            </p:cNvPr>
            <p:cNvGrpSpPr/>
            <p:nvPr/>
          </p:nvGrpSpPr>
          <p:grpSpPr>
            <a:xfrm>
              <a:off x="2480812" y="-11061"/>
              <a:ext cx="3534744" cy="6880122"/>
              <a:chOff x="0" y="0"/>
              <a:chExt cx="2655940" cy="6858000"/>
            </a:xfrm>
            <a:grpFill/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F9994E6-856A-D63E-16F3-D946A5512989}"/>
                  </a:ext>
                </a:extLst>
              </p:cNvPr>
              <p:cNvSpPr/>
              <p:nvPr/>
            </p:nvSpPr>
            <p:spPr>
              <a:xfrm>
                <a:off x="0" y="0"/>
                <a:ext cx="1976284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Isosceles Triangle 4">
                <a:extLst>
                  <a:ext uri="{FF2B5EF4-FFF2-40B4-BE49-F238E27FC236}">
                    <a16:creationId xmlns:a16="http://schemas.microsoft.com/office/drawing/2014/main" id="{F8BD6A18-87E2-3555-579D-C8633D9123CB}"/>
                  </a:ext>
                </a:extLst>
              </p:cNvPr>
              <p:cNvSpPr/>
              <p:nvPr/>
            </p:nvSpPr>
            <p:spPr>
              <a:xfrm rot="5400000">
                <a:off x="1736626" y="1119695"/>
                <a:ext cx="1111041" cy="72758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C7FDFCB-9EAD-3D1F-A8FC-D66C712958DD}"/>
                </a:ext>
              </a:extLst>
            </p:cNvPr>
            <p:cNvSpPr txBox="1"/>
            <p:nvPr/>
          </p:nvSpPr>
          <p:spPr>
            <a:xfrm>
              <a:off x="2840870" y="291344"/>
              <a:ext cx="1854316" cy="677108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Total Refunds</a:t>
              </a:r>
              <a:b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2000" dirty="0">
                  <a:latin typeface="Bahnschrift" panose="020B0502040204020203" pitchFamily="34" charset="0"/>
                </a:rPr>
                <a:t>~126K</a:t>
              </a:r>
              <a:endParaRPr lang="en-US" b="1" dirty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02456B2-E0DB-F652-FC94-36559E934EAB}"/>
                </a:ext>
              </a:extLst>
            </p:cNvPr>
            <p:cNvSpPr txBox="1"/>
            <p:nvPr/>
          </p:nvSpPr>
          <p:spPr>
            <a:xfrm>
              <a:off x="2688654" y="2629474"/>
              <a:ext cx="2203779" cy="142962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reflects significant cancellations and customer impact.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84B9DCE-12A6-B0EF-1C70-92A5AD7E2A24}"/>
              </a:ext>
            </a:extLst>
          </p:cNvPr>
          <p:cNvSpPr txBox="1"/>
          <p:nvPr/>
        </p:nvSpPr>
        <p:spPr>
          <a:xfrm>
            <a:off x="1834755" y="291344"/>
            <a:ext cx="1588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b="1" dirty="0">
              <a:latin typeface="Bahnschrift" panose="020B050204020402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123C074-C665-AC6E-C751-43E4DDCC4D92}"/>
              </a:ext>
            </a:extLst>
          </p:cNvPr>
          <p:cNvGrpSpPr/>
          <p:nvPr/>
        </p:nvGrpSpPr>
        <p:grpSpPr>
          <a:xfrm>
            <a:off x="0" y="-11061"/>
            <a:ext cx="3226150" cy="6880123"/>
            <a:chOff x="0" y="-11061"/>
            <a:chExt cx="3226150" cy="6880123"/>
          </a:xfrm>
          <a:solidFill>
            <a:schemeClr val="bg2"/>
          </a:solid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32A098D-C382-8F3B-716E-3EF66D05686D}"/>
                </a:ext>
              </a:extLst>
            </p:cNvPr>
            <p:cNvGrpSpPr/>
            <p:nvPr/>
          </p:nvGrpSpPr>
          <p:grpSpPr>
            <a:xfrm>
              <a:off x="0" y="-11061"/>
              <a:ext cx="3226150" cy="6880123"/>
              <a:chOff x="9876150" y="1101188"/>
              <a:chExt cx="2939396" cy="6880123"/>
            </a:xfrm>
            <a:grpFill/>
          </p:grpSpPr>
          <p:sp>
            <p:nvSpPr>
              <p:cNvPr id="23" name="Isosceles Triangle 22">
                <a:extLst>
                  <a:ext uri="{FF2B5EF4-FFF2-40B4-BE49-F238E27FC236}">
                    <a16:creationId xmlns:a16="http://schemas.microsoft.com/office/drawing/2014/main" id="{08200229-92CB-A7D4-9BC9-6928ABEF0493}"/>
                  </a:ext>
                </a:extLst>
              </p:cNvPr>
              <p:cNvSpPr/>
              <p:nvPr/>
            </p:nvSpPr>
            <p:spPr>
              <a:xfrm rot="5400000">
                <a:off x="11841224" y="2155640"/>
                <a:ext cx="1111041" cy="83760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C7D89D4-E990-B933-6FA5-0C3F3DF82017}"/>
                  </a:ext>
                </a:extLst>
              </p:cNvPr>
              <p:cNvSpPr/>
              <p:nvPr/>
            </p:nvSpPr>
            <p:spPr>
              <a:xfrm>
                <a:off x="9876150" y="1101188"/>
                <a:ext cx="2260307" cy="688012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en-US" dirty="0">
                  <a:solidFill>
                    <a:schemeClr val="tx1"/>
                  </a:solidFill>
                  <a:highlight>
                    <a:srgbClr val="FFFF00"/>
                  </a:highlight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C945D94-F581-A04D-380B-53CE832D4EB9}"/>
                </a:ext>
              </a:extLst>
            </p:cNvPr>
            <p:cNvSpPr txBox="1"/>
            <p:nvPr/>
          </p:nvSpPr>
          <p:spPr>
            <a:xfrm>
              <a:off x="248331" y="335139"/>
              <a:ext cx="1844223" cy="73866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Total Revenue</a:t>
              </a:r>
              <a:b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2400" dirty="0">
                  <a:latin typeface="Bahnschrift" panose="020B0502040204020203" pitchFamily="34" charset="0"/>
                </a:rPr>
                <a:t>~15,916 Cr</a:t>
              </a:r>
              <a:endParaRPr lang="en-US" b="1" dirty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F4FB4FE-2EC0-AF62-FCC2-C1684E7C144E}"/>
                </a:ext>
              </a:extLst>
            </p:cNvPr>
            <p:cNvSpPr txBox="1"/>
            <p:nvPr/>
          </p:nvSpPr>
          <p:spPr>
            <a:xfrm>
              <a:off x="276531" y="2612662"/>
              <a:ext cx="1844223" cy="18912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indicates strong demand despite the crisis.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407F91DB-0294-CC73-67A5-2CF59753917E}"/>
              </a:ext>
            </a:extLst>
          </p:cNvPr>
          <p:cNvSpPr txBox="1"/>
          <p:nvPr/>
        </p:nvSpPr>
        <p:spPr>
          <a:xfrm>
            <a:off x="4751688" y="1661362"/>
            <a:ext cx="61844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REVENUE ANALYSIS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4800" dirty="0">
                <a:solidFill>
                  <a:schemeClr val="bg1"/>
                </a:solidFill>
                <a:latin typeface="Bernard MT Condensed" panose="02050806060905020404" pitchFamily="18" charset="0"/>
              </a:rPr>
              <a:t>KPI METRICS</a:t>
            </a:r>
            <a:endParaRPr lang="en-US" dirty="0">
              <a:solidFill>
                <a:schemeClr val="bg1"/>
              </a:solidFill>
              <a:latin typeface="Bernard MT Condensed" panose="02050806060905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7295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19893A-FA92-9184-71C2-27268E023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0AD08CE5-CAD2-FCB7-AB43-AE048BDED3E1}"/>
              </a:ext>
            </a:extLst>
          </p:cNvPr>
          <p:cNvGrpSpPr/>
          <p:nvPr/>
        </p:nvGrpSpPr>
        <p:grpSpPr>
          <a:xfrm>
            <a:off x="9832871" y="-11061"/>
            <a:ext cx="3119454" cy="6880122"/>
            <a:chOff x="9832871" y="-11061"/>
            <a:chExt cx="3119454" cy="6880122"/>
          </a:xfrm>
          <a:solidFill>
            <a:schemeClr val="bg2">
              <a:lumMod val="25000"/>
            </a:schemeClr>
          </a:solidFill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8A64E12-9EB3-293D-BA19-D8460A0DFB30}"/>
                </a:ext>
              </a:extLst>
            </p:cNvPr>
            <p:cNvGrpSpPr/>
            <p:nvPr/>
          </p:nvGrpSpPr>
          <p:grpSpPr>
            <a:xfrm>
              <a:off x="9832871" y="-11061"/>
              <a:ext cx="3119454" cy="6880122"/>
              <a:chOff x="669822" y="-100783"/>
              <a:chExt cx="2601019" cy="6858000"/>
            </a:xfrm>
            <a:grpFill/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671F1A4-7DB9-F9B9-EB64-5E58EC163732}"/>
                  </a:ext>
                </a:extLst>
              </p:cNvPr>
              <p:cNvSpPr/>
              <p:nvPr/>
            </p:nvSpPr>
            <p:spPr>
              <a:xfrm>
                <a:off x="669822" y="-100783"/>
                <a:ext cx="1976284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Isosceles Triangle 16">
                <a:extLst>
                  <a:ext uri="{FF2B5EF4-FFF2-40B4-BE49-F238E27FC236}">
                    <a16:creationId xmlns:a16="http://schemas.microsoft.com/office/drawing/2014/main" id="{5C4F91B7-F4B6-538B-F60F-118A8FE940A1}"/>
                  </a:ext>
                </a:extLst>
              </p:cNvPr>
              <p:cNvSpPr/>
              <p:nvPr/>
            </p:nvSpPr>
            <p:spPr>
              <a:xfrm rot="5400000">
                <a:off x="2351527" y="1017558"/>
                <a:ext cx="1111041" cy="72758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7F226B8-A4EF-66AA-E920-CE76B40C79E3}"/>
                </a:ext>
              </a:extLst>
            </p:cNvPr>
            <p:cNvSpPr txBox="1"/>
            <p:nvPr/>
          </p:nvSpPr>
          <p:spPr>
            <a:xfrm>
              <a:off x="9879567" y="233193"/>
              <a:ext cx="2008556" cy="73866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Total Penalty</a:t>
              </a:r>
              <a:b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2400" dirty="0">
                  <a:latin typeface="Bahnschrift" panose="020B0502040204020203" pitchFamily="34" charset="0"/>
                </a:rPr>
                <a:t>~476 Cr</a:t>
              </a:r>
              <a:endParaRPr lang="en-US" b="1" dirty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806146F-AC3A-7D7B-D368-354E4683E9CC}"/>
                </a:ext>
              </a:extLst>
            </p:cNvPr>
            <p:cNvSpPr txBox="1"/>
            <p:nvPr/>
          </p:nvSpPr>
          <p:spPr>
            <a:xfrm>
              <a:off x="10009106" y="2409702"/>
              <a:ext cx="2189412" cy="18912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highlight serious regulatory and operational failures.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ADBFA11-9D9E-5910-6629-C414798B3838}"/>
              </a:ext>
            </a:extLst>
          </p:cNvPr>
          <p:cNvGrpSpPr/>
          <p:nvPr/>
        </p:nvGrpSpPr>
        <p:grpSpPr>
          <a:xfrm>
            <a:off x="7467224" y="-11062"/>
            <a:ext cx="3113003" cy="6891183"/>
            <a:chOff x="7467224" y="-11061"/>
            <a:chExt cx="3113003" cy="6858000"/>
          </a:xfrm>
          <a:solidFill>
            <a:schemeClr val="bg2">
              <a:lumMod val="5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AF2AC04-507B-75E3-F202-A0FDF728A2D6}"/>
                </a:ext>
              </a:extLst>
            </p:cNvPr>
            <p:cNvGrpSpPr/>
            <p:nvPr/>
          </p:nvGrpSpPr>
          <p:grpSpPr>
            <a:xfrm>
              <a:off x="7467224" y="-11061"/>
              <a:ext cx="3113003" cy="6858000"/>
              <a:chOff x="-55845" y="-22122"/>
              <a:chExt cx="2600632" cy="6858000"/>
            </a:xfrm>
            <a:grpFill/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61BC048-5F3B-1E6E-25AF-C9CB3759F34E}"/>
                  </a:ext>
                </a:extLst>
              </p:cNvPr>
              <p:cNvSpPr/>
              <p:nvPr/>
            </p:nvSpPr>
            <p:spPr>
              <a:xfrm>
                <a:off x="-55845" y="-22122"/>
                <a:ext cx="1976284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Isosceles Triangle 13">
                <a:extLst>
                  <a:ext uri="{FF2B5EF4-FFF2-40B4-BE49-F238E27FC236}">
                    <a16:creationId xmlns:a16="http://schemas.microsoft.com/office/drawing/2014/main" id="{B26DEA2F-B87F-0532-4626-2E4527CB3222}"/>
                  </a:ext>
                </a:extLst>
              </p:cNvPr>
              <p:cNvSpPr/>
              <p:nvPr/>
            </p:nvSpPr>
            <p:spPr>
              <a:xfrm rot="5400000">
                <a:off x="1625473" y="1119018"/>
                <a:ext cx="1111041" cy="72758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5426DDF-6B80-B607-3F8F-0856FBC030DE}"/>
                </a:ext>
              </a:extLst>
            </p:cNvPr>
            <p:cNvSpPr txBox="1"/>
            <p:nvPr/>
          </p:nvSpPr>
          <p:spPr>
            <a:xfrm>
              <a:off x="7678253" y="233193"/>
              <a:ext cx="1844223" cy="73866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Avg Load Factor</a:t>
              </a:r>
              <a:b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2400" dirty="0">
                  <a:latin typeface="Bahnschrift" panose="020B0502040204020203" pitchFamily="34" charset="0"/>
                </a:rPr>
                <a:t>64%</a:t>
              </a:r>
              <a:endParaRPr lang="en-US" sz="2800" dirty="0">
                <a:latin typeface="Bahnschrift" panose="020B0502040204020203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D09C80E-9009-72B8-5E08-11BB9D74C541}"/>
                </a:ext>
              </a:extLst>
            </p:cNvPr>
            <p:cNvSpPr txBox="1"/>
            <p:nvPr/>
          </p:nvSpPr>
          <p:spPr>
            <a:xfrm>
              <a:off x="7667824" y="2435708"/>
              <a:ext cx="1964446" cy="18912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indicates poor seat utilization and operational inefficiency.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341B5EA-A907-E890-748A-CBFB54E92377}"/>
              </a:ext>
            </a:extLst>
          </p:cNvPr>
          <p:cNvGrpSpPr/>
          <p:nvPr/>
        </p:nvGrpSpPr>
        <p:grpSpPr>
          <a:xfrm>
            <a:off x="5099194" y="-11061"/>
            <a:ext cx="3182410" cy="6891182"/>
            <a:chOff x="5099194" y="-11061"/>
            <a:chExt cx="3182410" cy="6858000"/>
          </a:xfrm>
          <a:solidFill>
            <a:schemeClr val="bg2">
              <a:lumMod val="75000"/>
            </a:schemeClr>
          </a:solidFill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3D3980D-4119-019A-5473-4B006E1C2A39}"/>
                </a:ext>
              </a:extLst>
            </p:cNvPr>
            <p:cNvGrpSpPr/>
            <p:nvPr/>
          </p:nvGrpSpPr>
          <p:grpSpPr>
            <a:xfrm>
              <a:off x="5099194" y="-11061"/>
              <a:ext cx="3182410" cy="6858000"/>
              <a:chOff x="0" y="0"/>
              <a:chExt cx="2655940" cy="6858000"/>
            </a:xfrm>
            <a:grpFill/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BF516C5-AA66-6D34-AFD0-B540F552AA2C}"/>
                  </a:ext>
                </a:extLst>
              </p:cNvPr>
              <p:cNvSpPr/>
              <p:nvPr/>
            </p:nvSpPr>
            <p:spPr>
              <a:xfrm>
                <a:off x="0" y="0"/>
                <a:ext cx="1976284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Isosceles Triangle 19">
                <a:extLst>
                  <a:ext uri="{FF2B5EF4-FFF2-40B4-BE49-F238E27FC236}">
                    <a16:creationId xmlns:a16="http://schemas.microsoft.com/office/drawing/2014/main" id="{E1E2AE96-C872-2FBC-A436-A0433A8014B7}"/>
                  </a:ext>
                </a:extLst>
              </p:cNvPr>
              <p:cNvSpPr/>
              <p:nvPr/>
            </p:nvSpPr>
            <p:spPr>
              <a:xfrm rot="5400000">
                <a:off x="1736626" y="1119695"/>
                <a:ext cx="1111041" cy="72758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60F96B9-1753-6385-E3A5-DE5D494E8AD3}"/>
                </a:ext>
              </a:extLst>
            </p:cNvPr>
            <p:cNvSpPr txBox="1"/>
            <p:nvPr/>
          </p:nvSpPr>
          <p:spPr>
            <a:xfrm>
              <a:off x="5470571" y="340730"/>
              <a:ext cx="1844223" cy="80021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Avg Fare</a:t>
              </a:r>
              <a:b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2800" dirty="0">
                  <a:latin typeface="Bahnschrift" panose="020B0502040204020203" pitchFamily="34" charset="0"/>
                </a:rPr>
                <a:t>~10,875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007ACB6-33ED-59BD-CF0A-7A2D3D873D59}"/>
                </a:ext>
              </a:extLst>
            </p:cNvPr>
            <p:cNvSpPr txBox="1"/>
            <p:nvPr/>
          </p:nvSpPr>
          <p:spPr>
            <a:xfrm>
              <a:off x="5279745" y="2435708"/>
              <a:ext cx="1986878" cy="18912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shows pricing remained consistent during disruption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469711A-DADB-7D37-A248-771A98792A7C}"/>
              </a:ext>
            </a:extLst>
          </p:cNvPr>
          <p:cNvGrpSpPr/>
          <p:nvPr/>
        </p:nvGrpSpPr>
        <p:grpSpPr>
          <a:xfrm>
            <a:off x="2476544" y="0"/>
            <a:ext cx="3534744" cy="6880122"/>
            <a:chOff x="2480812" y="-11061"/>
            <a:chExt cx="3534744" cy="6880122"/>
          </a:xfrm>
          <a:solidFill>
            <a:schemeClr val="bg2">
              <a:lumMod val="90000"/>
            </a:schemeClr>
          </a:solidFill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B34C225-DDBC-CE8A-796E-271F188EFE37}"/>
                </a:ext>
              </a:extLst>
            </p:cNvPr>
            <p:cNvGrpSpPr/>
            <p:nvPr/>
          </p:nvGrpSpPr>
          <p:grpSpPr>
            <a:xfrm>
              <a:off x="2480812" y="-11061"/>
              <a:ext cx="3534744" cy="6880122"/>
              <a:chOff x="0" y="0"/>
              <a:chExt cx="2655940" cy="6858000"/>
            </a:xfrm>
            <a:grpFill/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A30749B-78DE-C1A9-295F-477C5FF9B002}"/>
                  </a:ext>
                </a:extLst>
              </p:cNvPr>
              <p:cNvSpPr/>
              <p:nvPr/>
            </p:nvSpPr>
            <p:spPr>
              <a:xfrm>
                <a:off x="0" y="0"/>
                <a:ext cx="1976284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Isosceles Triangle 4">
                <a:extLst>
                  <a:ext uri="{FF2B5EF4-FFF2-40B4-BE49-F238E27FC236}">
                    <a16:creationId xmlns:a16="http://schemas.microsoft.com/office/drawing/2014/main" id="{B2773034-8D4C-035D-26ED-DF95E1502FF9}"/>
                  </a:ext>
                </a:extLst>
              </p:cNvPr>
              <p:cNvSpPr/>
              <p:nvPr/>
            </p:nvSpPr>
            <p:spPr>
              <a:xfrm rot="5400000">
                <a:off x="1736626" y="1119695"/>
                <a:ext cx="1111041" cy="72758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415207A-9BC6-69C5-D3F5-44413193CD48}"/>
                </a:ext>
              </a:extLst>
            </p:cNvPr>
            <p:cNvSpPr txBox="1"/>
            <p:nvPr/>
          </p:nvSpPr>
          <p:spPr>
            <a:xfrm>
              <a:off x="2840870" y="291344"/>
              <a:ext cx="1854316" cy="677108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Total Refunds</a:t>
              </a:r>
              <a:b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2000" dirty="0">
                  <a:latin typeface="Bahnschrift" panose="020B0502040204020203" pitchFamily="34" charset="0"/>
                </a:rPr>
                <a:t>~126K</a:t>
              </a:r>
              <a:endParaRPr lang="en-US" b="1" dirty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FC47A4-D06C-89D6-5D08-3E0C42C54896}"/>
                </a:ext>
              </a:extLst>
            </p:cNvPr>
            <p:cNvSpPr txBox="1"/>
            <p:nvPr/>
          </p:nvSpPr>
          <p:spPr>
            <a:xfrm>
              <a:off x="2688654" y="2629474"/>
              <a:ext cx="2203779" cy="142962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reflects significant cancellations and customer impact.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283EB71-B993-4FA4-9EEB-D2A944EAD2D5}"/>
              </a:ext>
            </a:extLst>
          </p:cNvPr>
          <p:cNvSpPr txBox="1"/>
          <p:nvPr/>
        </p:nvSpPr>
        <p:spPr>
          <a:xfrm>
            <a:off x="1834755" y="291344"/>
            <a:ext cx="1588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b="1" dirty="0">
              <a:latin typeface="Bahnschrift" panose="020B050204020402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77820CF-4C60-4790-1330-DDAEF11D9FA1}"/>
              </a:ext>
            </a:extLst>
          </p:cNvPr>
          <p:cNvGrpSpPr/>
          <p:nvPr/>
        </p:nvGrpSpPr>
        <p:grpSpPr>
          <a:xfrm>
            <a:off x="0" y="-11061"/>
            <a:ext cx="3226150" cy="6880123"/>
            <a:chOff x="0" y="-11061"/>
            <a:chExt cx="3226150" cy="6880123"/>
          </a:xfrm>
          <a:solidFill>
            <a:schemeClr val="bg2"/>
          </a:solid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37124A9-A5A7-706D-9077-C12561E63D5B}"/>
                </a:ext>
              </a:extLst>
            </p:cNvPr>
            <p:cNvGrpSpPr/>
            <p:nvPr/>
          </p:nvGrpSpPr>
          <p:grpSpPr>
            <a:xfrm>
              <a:off x="0" y="-11061"/>
              <a:ext cx="3226150" cy="6880123"/>
              <a:chOff x="9876150" y="1101188"/>
              <a:chExt cx="2939396" cy="6880123"/>
            </a:xfrm>
            <a:grpFill/>
          </p:grpSpPr>
          <p:sp>
            <p:nvSpPr>
              <p:cNvPr id="23" name="Isosceles Triangle 22">
                <a:extLst>
                  <a:ext uri="{FF2B5EF4-FFF2-40B4-BE49-F238E27FC236}">
                    <a16:creationId xmlns:a16="http://schemas.microsoft.com/office/drawing/2014/main" id="{FBE21CC7-38B6-19CA-1AF4-D231B7CD795F}"/>
                  </a:ext>
                </a:extLst>
              </p:cNvPr>
              <p:cNvSpPr/>
              <p:nvPr/>
            </p:nvSpPr>
            <p:spPr>
              <a:xfrm rot="5400000">
                <a:off x="11841224" y="2155640"/>
                <a:ext cx="1111041" cy="83760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BC879718-F3F3-C917-E4DE-46FFD9B283E5}"/>
                  </a:ext>
                </a:extLst>
              </p:cNvPr>
              <p:cNvSpPr/>
              <p:nvPr/>
            </p:nvSpPr>
            <p:spPr>
              <a:xfrm>
                <a:off x="9876150" y="1101188"/>
                <a:ext cx="2260307" cy="688012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en-US" dirty="0">
                  <a:solidFill>
                    <a:schemeClr val="tx1"/>
                  </a:solidFill>
                  <a:highlight>
                    <a:srgbClr val="FFFF00"/>
                  </a:highlight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6994900-F079-BB59-F72D-21DFC53D9077}"/>
                </a:ext>
              </a:extLst>
            </p:cNvPr>
            <p:cNvSpPr txBox="1"/>
            <p:nvPr/>
          </p:nvSpPr>
          <p:spPr>
            <a:xfrm>
              <a:off x="248331" y="335139"/>
              <a:ext cx="1844223" cy="73866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Total Revenue</a:t>
              </a:r>
              <a:b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2400" dirty="0">
                  <a:latin typeface="Bahnschrift" panose="020B0502040204020203" pitchFamily="34" charset="0"/>
                </a:rPr>
                <a:t>~15,916 Cr</a:t>
              </a:r>
              <a:endParaRPr lang="en-US" b="1" dirty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DE55E44-4335-362C-CEC5-98F7A05854DE}"/>
                </a:ext>
              </a:extLst>
            </p:cNvPr>
            <p:cNvSpPr txBox="1"/>
            <p:nvPr/>
          </p:nvSpPr>
          <p:spPr>
            <a:xfrm>
              <a:off x="276531" y="2612662"/>
              <a:ext cx="1844223" cy="18912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indicates strong demand despite the crisis.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13225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648737-E9A6-6971-8CAE-E262D76820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0" t="661" r="1849" b="1444"/>
          <a:stretch>
            <a:fillRect/>
          </a:stretch>
        </p:blipFill>
        <p:spPr>
          <a:xfrm>
            <a:off x="245806" y="1084005"/>
            <a:ext cx="5114376" cy="5100485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93C90F-D93C-04B2-22FB-189AE9658855}"/>
              </a:ext>
            </a:extLst>
          </p:cNvPr>
          <p:cNvSpPr txBox="1"/>
          <p:nvPr/>
        </p:nvSpPr>
        <p:spPr>
          <a:xfrm>
            <a:off x="3048000" y="12996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Trend Over Time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A3DAC62-96C2-029A-552B-AD4554AC7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564836"/>
            <a:ext cx="4699818" cy="3728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Revenue remained stable (~0.28–0.32 bn) before December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Sharp drop observed in early December (~0.08 bn)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Gradual recovery seen after the dip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Indicates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direct financial impact during crisis period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02371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C6F1EE-C055-FC68-1606-D1B4133E45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61" t="2289" r="1465" b="1552"/>
          <a:stretch>
            <a:fillRect/>
          </a:stretch>
        </p:blipFill>
        <p:spPr>
          <a:xfrm>
            <a:off x="353961" y="1186514"/>
            <a:ext cx="5171767" cy="4801332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E9A3DB-6710-53A7-2A71-9A873F8FB2F9}"/>
              </a:ext>
            </a:extLst>
          </p:cNvPr>
          <p:cNvSpPr txBox="1"/>
          <p:nvPr/>
        </p:nvSpPr>
        <p:spPr>
          <a:xfrm>
            <a:off x="3048000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by Route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3B1D401-ECD1-0098-5B51-00C78C95A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538899"/>
            <a:ext cx="4866968" cy="378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Top routes like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BOM–MAA and PAT–MAA (~61M)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generate highest revenue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Revenue distribution across routes is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fairly balanced (~54M–61M)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No single route dominates →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diversified revenue streams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Indicates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consistent demand across multiple routes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321146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C774A8-AE5D-6B23-85DC-BC9A93F5A4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8" r="1360" b="2015"/>
          <a:stretch>
            <a:fillRect/>
          </a:stretch>
        </p:blipFill>
        <p:spPr>
          <a:xfrm>
            <a:off x="412954" y="1054878"/>
            <a:ext cx="4699819" cy="5129612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AAA94D-EC19-EDA7-5DBA-7C58F8BA19CC}"/>
              </a:ext>
            </a:extLst>
          </p:cNvPr>
          <p:cNvSpPr txBox="1"/>
          <p:nvPr/>
        </p:nvSpPr>
        <p:spPr>
          <a:xfrm>
            <a:off x="3048000" y="8080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Refunds During Crisis 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4B34F6D-7270-B3C6-0B96-6529585A3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7740" y="1564836"/>
            <a:ext cx="5683046" cy="3728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Refunds are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significantly higher in December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Minimal or no refunds observed in November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Indicates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direct impact of crisis period on customer cancellations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Reflects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increased financial burden during disruptions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07249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4A58E4-5935-7CD2-62C0-F3BCEADA50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8" t="1804" r="1995" b="3094"/>
          <a:stretch>
            <a:fillRect/>
          </a:stretch>
        </p:blipFill>
        <p:spPr>
          <a:xfrm>
            <a:off x="412956" y="1152753"/>
            <a:ext cx="4739148" cy="4780936"/>
          </a:xfrm>
          <a:prstGeom prst="rect">
            <a:avLst/>
          </a:prstGeom>
          <a:effectLst>
            <a:softEdge rad="762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9C0EC0-A43C-94FB-92CA-709F6FD18994}"/>
              </a:ext>
            </a:extLst>
          </p:cNvPr>
          <p:cNvSpPr txBox="1"/>
          <p:nvPr/>
        </p:nvSpPr>
        <p:spPr>
          <a:xfrm>
            <a:off x="3048000" y="10047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Penalty by Violation Type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104D5FD-4468-B0AF-DDC6-41A9B88B5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9354" y="1538899"/>
            <a:ext cx="5112774" cy="378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Penalties are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distributed across multiple violation types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No single violation dominates →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system-wide compliance issues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Includes FDTL breaches, slot violations, and operational irregularities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Indicates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broad operational inefficiencies across functions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429088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719F65-43F3-C818-E458-5892C0AE1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65299B24-385A-DAB4-7C2A-DB06E1AE76B2}"/>
              </a:ext>
            </a:extLst>
          </p:cNvPr>
          <p:cNvGrpSpPr/>
          <p:nvPr/>
        </p:nvGrpSpPr>
        <p:grpSpPr>
          <a:xfrm>
            <a:off x="445155" y="-11061"/>
            <a:ext cx="3119454" cy="6880122"/>
            <a:chOff x="9832871" y="-11061"/>
            <a:chExt cx="3119454" cy="6880122"/>
          </a:xfrm>
          <a:solidFill>
            <a:schemeClr val="accent2">
              <a:lumMod val="50000"/>
            </a:schemeClr>
          </a:solidFill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B515DAB-EA9A-7D53-10FB-4B7E73D055B8}"/>
                </a:ext>
              </a:extLst>
            </p:cNvPr>
            <p:cNvGrpSpPr/>
            <p:nvPr/>
          </p:nvGrpSpPr>
          <p:grpSpPr>
            <a:xfrm>
              <a:off x="9832871" y="-11061"/>
              <a:ext cx="3119454" cy="6880122"/>
              <a:chOff x="669822" y="-100783"/>
              <a:chExt cx="2601019" cy="6858000"/>
            </a:xfrm>
            <a:grpFill/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FC3D34B-1B4B-D11C-2869-0DC9DCC53B32}"/>
                  </a:ext>
                </a:extLst>
              </p:cNvPr>
              <p:cNvSpPr/>
              <p:nvPr/>
            </p:nvSpPr>
            <p:spPr>
              <a:xfrm>
                <a:off x="669822" y="-100783"/>
                <a:ext cx="1976284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Isosceles Triangle 16">
                <a:extLst>
                  <a:ext uri="{FF2B5EF4-FFF2-40B4-BE49-F238E27FC236}">
                    <a16:creationId xmlns:a16="http://schemas.microsoft.com/office/drawing/2014/main" id="{3C78A69A-E162-309D-8186-2945DCE3A0BF}"/>
                  </a:ext>
                </a:extLst>
              </p:cNvPr>
              <p:cNvSpPr/>
              <p:nvPr/>
            </p:nvSpPr>
            <p:spPr>
              <a:xfrm rot="5400000">
                <a:off x="2351527" y="1017558"/>
                <a:ext cx="1111041" cy="72758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303DA55-FC57-64F8-DE10-11BAC8DF4E1A}"/>
                </a:ext>
              </a:extLst>
            </p:cNvPr>
            <p:cNvSpPr txBox="1"/>
            <p:nvPr/>
          </p:nvSpPr>
          <p:spPr>
            <a:xfrm>
              <a:off x="9885528" y="183622"/>
              <a:ext cx="2189411" cy="95410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Competitor Cancellation %</a:t>
              </a:r>
              <a:b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2000" dirty="0">
                  <a:latin typeface="Bahnschrift" panose="020B0502040204020203" pitchFamily="34" charset="0"/>
                </a:rPr>
                <a:t>2.77%</a:t>
              </a:r>
              <a:endParaRPr lang="en-US" b="1" dirty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4CE317D-74D6-754A-E850-BE5D3602E333}"/>
                </a:ext>
              </a:extLst>
            </p:cNvPr>
            <p:cNvSpPr txBox="1"/>
            <p:nvPr/>
          </p:nvSpPr>
          <p:spPr>
            <a:xfrm>
              <a:off x="9874459" y="2540422"/>
              <a:ext cx="2317541" cy="373794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“Competitor cancellation rates are significantly lower (~2–3%) compared to IndiGo (~14%), showing no industry-wide disruption.”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AEE6D3F-26EB-B1EB-6A9B-2C25E924D51E}"/>
              </a:ext>
            </a:extLst>
          </p:cNvPr>
          <p:cNvGrpSpPr/>
          <p:nvPr/>
        </p:nvGrpSpPr>
        <p:grpSpPr>
          <a:xfrm>
            <a:off x="373811" y="-11062"/>
            <a:ext cx="3102716" cy="6891185"/>
            <a:chOff x="7477511" y="-11061"/>
            <a:chExt cx="3102716" cy="6858000"/>
          </a:xfrm>
          <a:solidFill>
            <a:schemeClr val="accent2">
              <a:lumMod val="75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FD2DE51-61BA-4D54-9E9B-A2CA8107AA94}"/>
                </a:ext>
              </a:extLst>
            </p:cNvPr>
            <p:cNvGrpSpPr/>
            <p:nvPr/>
          </p:nvGrpSpPr>
          <p:grpSpPr>
            <a:xfrm>
              <a:off x="7477511" y="-11061"/>
              <a:ext cx="3102716" cy="6858000"/>
              <a:chOff x="-47251" y="-22122"/>
              <a:chExt cx="2592038" cy="6858000"/>
            </a:xfrm>
            <a:grpFill/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1815EE9-2C0C-2D1F-B20B-FBA4782585C3}"/>
                  </a:ext>
                </a:extLst>
              </p:cNvPr>
              <p:cNvSpPr/>
              <p:nvPr/>
            </p:nvSpPr>
            <p:spPr>
              <a:xfrm>
                <a:off x="-47251" y="-22122"/>
                <a:ext cx="1976284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Isosceles Triangle 13">
                <a:extLst>
                  <a:ext uri="{FF2B5EF4-FFF2-40B4-BE49-F238E27FC236}">
                    <a16:creationId xmlns:a16="http://schemas.microsoft.com/office/drawing/2014/main" id="{61F9A877-5C3A-1E17-9EEB-C0DB7C9ABBF4}"/>
                  </a:ext>
                </a:extLst>
              </p:cNvPr>
              <p:cNvSpPr/>
              <p:nvPr/>
            </p:nvSpPr>
            <p:spPr>
              <a:xfrm rot="5400000">
                <a:off x="1625473" y="1119018"/>
                <a:ext cx="1111041" cy="72758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5518DF7-F36B-70AE-7CCC-DC63BF407637}"/>
                </a:ext>
              </a:extLst>
            </p:cNvPr>
            <p:cNvSpPr txBox="1"/>
            <p:nvPr/>
          </p:nvSpPr>
          <p:spPr>
            <a:xfrm>
              <a:off x="7678253" y="233193"/>
              <a:ext cx="1844223" cy="73866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Incident Count</a:t>
              </a:r>
              <a:b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2400" dirty="0">
                  <a:latin typeface="Bahnschrift" panose="020B0502040204020203" pitchFamily="34" charset="0"/>
                </a:rPr>
                <a:t>2,000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D80C56D-9671-70EC-3A7D-5ECE13B49DB0}"/>
                </a:ext>
              </a:extLst>
            </p:cNvPr>
            <p:cNvSpPr txBox="1"/>
            <p:nvPr/>
          </p:nvSpPr>
          <p:spPr>
            <a:xfrm>
              <a:off x="7660272" y="2540422"/>
              <a:ext cx="2109998" cy="281461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“Incidents occurred across airlines, but were handled efficiently without escalation.”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4824A78-8BF8-5C8B-30F0-18398A32A04D}"/>
              </a:ext>
            </a:extLst>
          </p:cNvPr>
          <p:cNvGrpSpPr/>
          <p:nvPr/>
        </p:nvGrpSpPr>
        <p:grpSpPr>
          <a:xfrm>
            <a:off x="264604" y="-33183"/>
            <a:ext cx="3182410" cy="6880124"/>
            <a:chOff x="5099194" y="-11061"/>
            <a:chExt cx="3182410" cy="6858000"/>
          </a:xfrm>
          <a:solidFill>
            <a:schemeClr val="accent2">
              <a:lumMod val="60000"/>
              <a:lumOff val="40000"/>
            </a:schemeClr>
          </a:solidFill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92A62C3-02AD-4181-A886-3E1C18454C15}"/>
                </a:ext>
              </a:extLst>
            </p:cNvPr>
            <p:cNvGrpSpPr/>
            <p:nvPr/>
          </p:nvGrpSpPr>
          <p:grpSpPr>
            <a:xfrm>
              <a:off x="5099194" y="-11061"/>
              <a:ext cx="3182410" cy="6858000"/>
              <a:chOff x="0" y="0"/>
              <a:chExt cx="2655940" cy="6858000"/>
            </a:xfrm>
            <a:grpFill/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B6A97B7-3287-163F-20DF-E0A1DA865C62}"/>
                  </a:ext>
                </a:extLst>
              </p:cNvPr>
              <p:cNvSpPr/>
              <p:nvPr/>
            </p:nvSpPr>
            <p:spPr>
              <a:xfrm>
                <a:off x="0" y="0"/>
                <a:ext cx="1976284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Isosceles Triangle 19">
                <a:extLst>
                  <a:ext uri="{FF2B5EF4-FFF2-40B4-BE49-F238E27FC236}">
                    <a16:creationId xmlns:a16="http://schemas.microsoft.com/office/drawing/2014/main" id="{074677DB-7D0E-544C-84CF-0DE2748BBB2A}"/>
                  </a:ext>
                </a:extLst>
              </p:cNvPr>
              <p:cNvSpPr/>
              <p:nvPr/>
            </p:nvSpPr>
            <p:spPr>
              <a:xfrm rot="5400000">
                <a:off x="1736626" y="1119695"/>
                <a:ext cx="1111041" cy="72758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614C14E-B32F-0825-0D1C-EEAE188D853A}"/>
                </a:ext>
              </a:extLst>
            </p:cNvPr>
            <p:cNvSpPr txBox="1"/>
            <p:nvPr/>
          </p:nvSpPr>
          <p:spPr>
            <a:xfrm>
              <a:off x="5468219" y="206592"/>
              <a:ext cx="1894877" cy="101566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Competitor Avg Delay</a:t>
              </a:r>
              <a:b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2400" dirty="0">
                  <a:latin typeface="Bahnschrift" panose="020B0502040204020203" pitchFamily="34" charset="0"/>
                </a:rPr>
                <a:t>13.01 mins</a:t>
              </a:r>
              <a:endParaRPr lang="en-US" sz="2800" dirty="0">
                <a:latin typeface="Bahnschrift" panose="020B0502040204020203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73FE210-6CD4-BC0D-386C-69B798A79C0D}"/>
                </a:ext>
              </a:extLst>
            </p:cNvPr>
            <p:cNvSpPr txBox="1"/>
            <p:nvPr/>
          </p:nvSpPr>
          <p:spPr>
            <a:xfrm>
              <a:off x="5279745" y="2540422"/>
              <a:ext cx="2130047" cy="327628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“Average delays among competitors are similar or slightly lower, indicating stable operational performance.”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9FFB941-857A-0DA6-6028-EFE90CC806FA}"/>
              </a:ext>
            </a:extLst>
          </p:cNvPr>
          <p:cNvGrpSpPr/>
          <p:nvPr/>
        </p:nvGrpSpPr>
        <p:grpSpPr>
          <a:xfrm>
            <a:off x="-17830" y="-22122"/>
            <a:ext cx="3494357" cy="6880122"/>
            <a:chOff x="2521199" y="-11061"/>
            <a:chExt cx="3494357" cy="6880122"/>
          </a:xfrm>
          <a:solidFill>
            <a:schemeClr val="accent2">
              <a:lumMod val="40000"/>
              <a:lumOff val="60000"/>
            </a:schemeClr>
          </a:solidFill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5790245-3A90-588B-C235-08C019DF1E8F}"/>
                </a:ext>
              </a:extLst>
            </p:cNvPr>
            <p:cNvGrpSpPr/>
            <p:nvPr/>
          </p:nvGrpSpPr>
          <p:grpSpPr>
            <a:xfrm>
              <a:off x="2521199" y="-11061"/>
              <a:ext cx="3494357" cy="6880122"/>
              <a:chOff x="30346" y="0"/>
              <a:chExt cx="2625594" cy="6858000"/>
            </a:xfrm>
            <a:grpFill/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7A2AB0D-1149-1CFB-6920-FC9033155655}"/>
                  </a:ext>
                </a:extLst>
              </p:cNvPr>
              <p:cNvSpPr/>
              <p:nvPr/>
            </p:nvSpPr>
            <p:spPr>
              <a:xfrm>
                <a:off x="30346" y="0"/>
                <a:ext cx="1976284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Isosceles Triangle 4">
                <a:extLst>
                  <a:ext uri="{FF2B5EF4-FFF2-40B4-BE49-F238E27FC236}">
                    <a16:creationId xmlns:a16="http://schemas.microsoft.com/office/drawing/2014/main" id="{CEC36A90-29DC-ED39-159D-BE627159F15D}"/>
                  </a:ext>
                </a:extLst>
              </p:cNvPr>
              <p:cNvSpPr/>
              <p:nvPr/>
            </p:nvSpPr>
            <p:spPr>
              <a:xfrm rot="5400000">
                <a:off x="1736626" y="1119695"/>
                <a:ext cx="1111041" cy="72758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70C8F1C-4534-8A3F-7A2E-62DCB592C76B}"/>
                </a:ext>
              </a:extLst>
            </p:cNvPr>
            <p:cNvSpPr txBox="1"/>
            <p:nvPr/>
          </p:nvSpPr>
          <p:spPr>
            <a:xfrm>
              <a:off x="2840870" y="291344"/>
              <a:ext cx="1854316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Flights Affected</a:t>
              </a:r>
              <a:b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47K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8A3200F-D6BE-5EEE-E912-2141509A9651}"/>
                </a:ext>
              </a:extLst>
            </p:cNvPr>
            <p:cNvSpPr txBox="1"/>
            <p:nvPr/>
          </p:nvSpPr>
          <p:spPr>
            <a:xfrm>
              <a:off x="2688654" y="2629474"/>
              <a:ext cx="2272970" cy="235295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“Although incidents impacted flights, the scale was managed without major disruption.”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AD0057D-3D1A-1675-1380-7631BAB90C40}"/>
              </a:ext>
            </a:extLst>
          </p:cNvPr>
          <p:cNvSpPr txBox="1"/>
          <p:nvPr/>
        </p:nvSpPr>
        <p:spPr>
          <a:xfrm>
            <a:off x="1834755" y="291344"/>
            <a:ext cx="1588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b="1" dirty="0">
              <a:latin typeface="Bahnschrift" panose="020B050204020402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FA016-DFA9-EA98-559B-CC8F8F0BB4C6}"/>
              </a:ext>
            </a:extLst>
          </p:cNvPr>
          <p:cNvGrpSpPr/>
          <p:nvPr/>
        </p:nvGrpSpPr>
        <p:grpSpPr>
          <a:xfrm>
            <a:off x="8135" y="-11062"/>
            <a:ext cx="3294828" cy="6880123"/>
            <a:chOff x="-19065" y="-11062"/>
            <a:chExt cx="3245213" cy="6880123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8C612BB-C0E6-25B1-12F6-885EFE5CEC2C}"/>
                </a:ext>
              </a:extLst>
            </p:cNvPr>
            <p:cNvGrpSpPr/>
            <p:nvPr/>
          </p:nvGrpSpPr>
          <p:grpSpPr>
            <a:xfrm>
              <a:off x="-19065" y="-11062"/>
              <a:ext cx="3245213" cy="6880123"/>
              <a:chOff x="9858781" y="1101187"/>
              <a:chExt cx="2956765" cy="6880123"/>
            </a:xfrm>
            <a:grpFill/>
          </p:grpSpPr>
          <p:sp>
            <p:nvSpPr>
              <p:cNvPr id="23" name="Isosceles Triangle 22">
                <a:extLst>
                  <a:ext uri="{FF2B5EF4-FFF2-40B4-BE49-F238E27FC236}">
                    <a16:creationId xmlns:a16="http://schemas.microsoft.com/office/drawing/2014/main" id="{E7BCA171-A500-0330-0228-1F4704C214D6}"/>
                  </a:ext>
                </a:extLst>
              </p:cNvPr>
              <p:cNvSpPr/>
              <p:nvPr/>
            </p:nvSpPr>
            <p:spPr>
              <a:xfrm rot="5400000">
                <a:off x="11841224" y="2155640"/>
                <a:ext cx="1111041" cy="83760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395B9720-0BD4-6352-F75D-03D9F2617C94}"/>
                  </a:ext>
                </a:extLst>
              </p:cNvPr>
              <p:cNvSpPr/>
              <p:nvPr/>
            </p:nvSpPr>
            <p:spPr>
              <a:xfrm>
                <a:off x="9858781" y="1101187"/>
                <a:ext cx="2260307" cy="688012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en-US" dirty="0">
                  <a:solidFill>
                    <a:schemeClr val="tx1"/>
                  </a:solidFill>
                  <a:highlight>
                    <a:srgbClr val="FFFF00"/>
                  </a:highlight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CB85B5C-6D3F-DFAF-D5D5-DA9C67C432DB}"/>
                </a:ext>
              </a:extLst>
            </p:cNvPr>
            <p:cNvSpPr txBox="1"/>
            <p:nvPr/>
          </p:nvSpPr>
          <p:spPr>
            <a:xfrm>
              <a:off x="248331" y="335140"/>
              <a:ext cx="2075783" cy="92333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 Narrow" panose="020B0004020202020204" pitchFamily="34" charset="0"/>
                </a:rPr>
                <a:t>Competitor Flights</a:t>
              </a:r>
              <a:b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b="1" dirty="0">
                  <a:latin typeface="Bahnschrift" panose="020B0502040204020203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2,928</a:t>
              </a:r>
            </a:p>
            <a:p>
              <a:pPr algn="ctr"/>
              <a:endParaRPr lang="en-US" b="1" dirty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D3728FC-D063-3D80-8013-0D52114EE78C}"/>
                </a:ext>
              </a:extLst>
            </p:cNvPr>
            <p:cNvSpPr txBox="1"/>
            <p:nvPr/>
          </p:nvSpPr>
          <p:spPr>
            <a:xfrm>
              <a:off x="176758" y="2542324"/>
              <a:ext cx="2147356" cy="281461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“A substantial number of flights operated by competitors indicates stable industry activity.”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9B1FB55-EBFF-4453-ECA1-BFE8B2455BDC}"/>
              </a:ext>
            </a:extLst>
          </p:cNvPr>
          <p:cNvSpPr txBox="1"/>
          <p:nvPr/>
        </p:nvSpPr>
        <p:spPr>
          <a:xfrm>
            <a:off x="4751688" y="1661362"/>
            <a:ext cx="61844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Arial Rounded MT Bold" panose="020F0704030504030204" pitchFamily="34" charset="0"/>
              </a:rPr>
              <a:t>COMPETITOR ANALYSIS </a:t>
            </a:r>
            <a:br>
              <a:rPr lang="en-US" dirty="0"/>
            </a:br>
            <a:r>
              <a:rPr lang="en-US" sz="4800" dirty="0">
                <a:latin typeface="Bernard MT Condensed" panose="02050806060905020404" pitchFamily="18" charset="0"/>
              </a:rPr>
              <a:t>KPI METRICS</a:t>
            </a:r>
            <a:endParaRPr lang="en-US" dirty="0">
              <a:latin typeface="Bernard MT Condensed" panose="02050806060905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3560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6A23AB-F348-9376-42FB-1060F0AA3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6B9610EF-0224-0A1B-8F7A-874BE4B5FDC2}"/>
              </a:ext>
            </a:extLst>
          </p:cNvPr>
          <p:cNvGrpSpPr/>
          <p:nvPr/>
        </p:nvGrpSpPr>
        <p:grpSpPr>
          <a:xfrm>
            <a:off x="9832871" y="-11061"/>
            <a:ext cx="3119454" cy="6880122"/>
            <a:chOff x="9832871" y="-11061"/>
            <a:chExt cx="3119454" cy="6880122"/>
          </a:xfrm>
          <a:solidFill>
            <a:schemeClr val="accent2">
              <a:lumMod val="50000"/>
            </a:schemeClr>
          </a:solidFill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15E42FA-EF21-82D9-5BDA-C68D05DED710}"/>
                </a:ext>
              </a:extLst>
            </p:cNvPr>
            <p:cNvGrpSpPr/>
            <p:nvPr/>
          </p:nvGrpSpPr>
          <p:grpSpPr>
            <a:xfrm>
              <a:off x="9832871" y="-11061"/>
              <a:ext cx="3119454" cy="6880122"/>
              <a:chOff x="669822" y="-100783"/>
              <a:chExt cx="2601019" cy="6858000"/>
            </a:xfrm>
            <a:grpFill/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90AA6D6-898B-53CF-30EC-1F467F4DCE3B}"/>
                  </a:ext>
                </a:extLst>
              </p:cNvPr>
              <p:cNvSpPr/>
              <p:nvPr/>
            </p:nvSpPr>
            <p:spPr>
              <a:xfrm>
                <a:off x="669822" y="-100783"/>
                <a:ext cx="1976284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Isosceles Triangle 16">
                <a:extLst>
                  <a:ext uri="{FF2B5EF4-FFF2-40B4-BE49-F238E27FC236}">
                    <a16:creationId xmlns:a16="http://schemas.microsoft.com/office/drawing/2014/main" id="{4C3E6A7F-993C-99AF-5598-5E64824733A5}"/>
                  </a:ext>
                </a:extLst>
              </p:cNvPr>
              <p:cNvSpPr/>
              <p:nvPr/>
            </p:nvSpPr>
            <p:spPr>
              <a:xfrm rot="5400000">
                <a:off x="2351527" y="1017558"/>
                <a:ext cx="1111041" cy="72758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9AD1D28-D35A-FE79-2BCF-1BD29124F6F0}"/>
                </a:ext>
              </a:extLst>
            </p:cNvPr>
            <p:cNvSpPr txBox="1"/>
            <p:nvPr/>
          </p:nvSpPr>
          <p:spPr>
            <a:xfrm>
              <a:off x="9885528" y="183622"/>
              <a:ext cx="2189411" cy="95410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Competitor Cancellation %</a:t>
              </a:r>
              <a:b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2000" dirty="0">
                  <a:latin typeface="Bahnschrift" panose="020B0502040204020203" pitchFamily="34" charset="0"/>
                </a:rPr>
                <a:t>2.77%</a:t>
              </a:r>
              <a:endParaRPr lang="en-US" b="1" dirty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12B6C68-3858-54D7-A1B6-37E0A81D8FB0}"/>
                </a:ext>
              </a:extLst>
            </p:cNvPr>
            <p:cNvSpPr txBox="1"/>
            <p:nvPr/>
          </p:nvSpPr>
          <p:spPr>
            <a:xfrm>
              <a:off x="9874459" y="2540422"/>
              <a:ext cx="2317541" cy="373794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“Competitor cancellation rates are significantly lower (~2–3%) compared to IndiGo (~14%), showing no industry-wide disruption.”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F21B190-84AA-CC56-8196-CCBF4DA5F724}"/>
              </a:ext>
            </a:extLst>
          </p:cNvPr>
          <p:cNvGrpSpPr/>
          <p:nvPr/>
        </p:nvGrpSpPr>
        <p:grpSpPr>
          <a:xfrm>
            <a:off x="7484930" y="-11063"/>
            <a:ext cx="3102716" cy="6891185"/>
            <a:chOff x="7477511" y="-11061"/>
            <a:chExt cx="3102716" cy="6858000"/>
          </a:xfrm>
          <a:solidFill>
            <a:schemeClr val="accent2">
              <a:lumMod val="75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909B8D9-459B-E75C-382A-E7108DE9D9F9}"/>
                </a:ext>
              </a:extLst>
            </p:cNvPr>
            <p:cNvGrpSpPr/>
            <p:nvPr/>
          </p:nvGrpSpPr>
          <p:grpSpPr>
            <a:xfrm>
              <a:off x="7477511" y="-11061"/>
              <a:ext cx="3102716" cy="6858000"/>
              <a:chOff x="-47251" y="-22122"/>
              <a:chExt cx="2592038" cy="6858000"/>
            </a:xfrm>
            <a:grpFill/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DD7DA61-8280-CF58-B70A-9D276CC4CDD3}"/>
                  </a:ext>
                </a:extLst>
              </p:cNvPr>
              <p:cNvSpPr/>
              <p:nvPr/>
            </p:nvSpPr>
            <p:spPr>
              <a:xfrm>
                <a:off x="-47251" y="-22122"/>
                <a:ext cx="1976284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Isosceles Triangle 13">
                <a:extLst>
                  <a:ext uri="{FF2B5EF4-FFF2-40B4-BE49-F238E27FC236}">
                    <a16:creationId xmlns:a16="http://schemas.microsoft.com/office/drawing/2014/main" id="{EFEBC058-D783-65F7-38B6-C1BE4E7E1245}"/>
                  </a:ext>
                </a:extLst>
              </p:cNvPr>
              <p:cNvSpPr/>
              <p:nvPr/>
            </p:nvSpPr>
            <p:spPr>
              <a:xfrm rot="5400000">
                <a:off x="1625473" y="1119018"/>
                <a:ext cx="1111041" cy="72758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718125B-AB59-39CB-BDC4-01B42E96958E}"/>
                </a:ext>
              </a:extLst>
            </p:cNvPr>
            <p:cNvSpPr txBox="1"/>
            <p:nvPr/>
          </p:nvSpPr>
          <p:spPr>
            <a:xfrm>
              <a:off x="7678253" y="233193"/>
              <a:ext cx="1844223" cy="73866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Incident Count</a:t>
              </a:r>
              <a:b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2400" dirty="0">
                  <a:latin typeface="Bahnschrift" panose="020B0502040204020203" pitchFamily="34" charset="0"/>
                </a:rPr>
                <a:t>2,000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0D0019D-8B25-9178-B236-C336049A6423}"/>
                </a:ext>
              </a:extLst>
            </p:cNvPr>
            <p:cNvSpPr txBox="1"/>
            <p:nvPr/>
          </p:nvSpPr>
          <p:spPr>
            <a:xfrm>
              <a:off x="7660272" y="2540422"/>
              <a:ext cx="2109998" cy="281461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“Incidents occurred across airlines, but were handled efficiently without escalation.”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778D784-2B6E-71C6-6418-1300AD5E9862}"/>
              </a:ext>
            </a:extLst>
          </p:cNvPr>
          <p:cNvGrpSpPr/>
          <p:nvPr/>
        </p:nvGrpSpPr>
        <p:grpSpPr>
          <a:xfrm>
            <a:off x="5136562" y="-11063"/>
            <a:ext cx="3182410" cy="6880124"/>
            <a:chOff x="5099194" y="-11061"/>
            <a:chExt cx="3182410" cy="6858000"/>
          </a:xfrm>
          <a:solidFill>
            <a:schemeClr val="accent2">
              <a:lumMod val="60000"/>
              <a:lumOff val="40000"/>
            </a:schemeClr>
          </a:solidFill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BF5FFDB-6644-2E1C-5DB5-E0D0EB1336FA}"/>
                </a:ext>
              </a:extLst>
            </p:cNvPr>
            <p:cNvGrpSpPr/>
            <p:nvPr/>
          </p:nvGrpSpPr>
          <p:grpSpPr>
            <a:xfrm>
              <a:off x="5099194" y="-11061"/>
              <a:ext cx="3182410" cy="6858000"/>
              <a:chOff x="0" y="0"/>
              <a:chExt cx="2655940" cy="6858000"/>
            </a:xfrm>
            <a:grpFill/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9FF6DEF-9048-51AE-D597-20A11E22ECAA}"/>
                  </a:ext>
                </a:extLst>
              </p:cNvPr>
              <p:cNvSpPr/>
              <p:nvPr/>
            </p:nvSpPr>
            <p:spPr>
              <a:xfrm>
                <a:off x="0" y="0"/>
                <a:ext cx="1976284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Isosceles Triangle 19">
                <a:extLst>
                  <a:ext uri="{FF2B5EF4-FFF2-40B4-BE49-F238E27FC236}">
                    <a16:creationId xmlns:a16="http://schemas.microsoft.com/office/drawing/2014/main" id="{CF4F74AD-4823-A7F1-11F0-5E30438D57E9}"/>
                  </a:ext>
                </a:extLst>
              </p:cNvPr>
              <p:cNvSpPr/>
              <p:nvPr/>
            </p:nvSpPr>
            <p:spPr>
              <a:xfrm rot="5400000">
                <a:off x="1736626" y="1119695"/>
                <a:ext cx="1111041" cy="72758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D21F2AE-9BFE-7ED8-BCCF-14C5BDA7F4D6}"/>
                </a:ext>
              </a:extLst>
            </p:cNvPr>
            <p:cNvSpPr txBox="1"/>
            <p:nvPr/>
          </p:nvSpPr>
          <p:spPr>
            <a:xfrm>
              <a:off x="5468219" y="206592"/>
              <a:ext cx="1894877" cy="101566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Competitor Avg Delay</a:t>
              </a:r>
              <a:b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2400" dirty="0">
                  <a:latin typeface="Bahnschrift" panose="020B0502040204020203" pitchFamily="34" charset="0"/>
                </a:rPr>
                <a:t>13.01 mins</a:t>
              </a:r>
              <a:endParaRPr lang="en-US" sz="2800" dirty="0">
                <a:latin typeface="Bahnschrift" panose="020B0502040204020203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6E59504-426F-FCF8-9E33-10E21B406867}"/>
                </a:ext>
              </a:extLst>
            </p:cNvPr>
            <p:cNvSpPr txBox="1"/>
            <p:nvPr/>
          </p:nvSpPr>
          <p:spPr>
            <a:xfrm>
              <a:off x="5279745" y="2540422"/>
              <a:ext cx="2130047" cy="327628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“Average delays among competitors are similar or slightly lower, indicating stable operational performance.”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4F44455-A0E1-487B-43C7-39AA623E6E29}"/>
              </a:ext>
            </a:extLst>
          </p:cNvPr>
          <p:cNvGrpSpPr/>
          <p:nvPr/>
        </p:nvGrpSpPr>
        <p:grpSpPr>
          <a:xfrm>
            <a:off x="2516931" y="0"/>
            <a:ext cx="3494357" cy="6880122"/>
            <a:chOff x="2521199" y="-11061"/>
            <a:chExt cx="3494357" cy="6880122"/>
          </a:xfrm>
          <a:solidFill>
            <a:schemeClr val="accent2">
              <a:lumMod val="40000"/>
              <a:lumOff val="60000"/>
            </a:schemeClr>
          </a:solidFill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B4540CE-0C7C-7097-229D-418C4A1EF8AE}"/>
                </a:ext>
              </a:extLst>
            </p:cNvPr>
            <p:cNvGrpSpPr/>
            <p:nvPr/>
          </p:nvGrpSpPr>
          <p:grpSpPr>
            <a:xfrm>
              <a:off x="2521199" y="-11061"/>
              <a:ext cx="3494357" cy="6880122"/>
              <a:chOff x="30346" y="0"/>
              <a:chExt cx="2625594" cy="6858000"/>
            </a:xfrm>
            <a:grpFill/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FA185D2-D62A-0301-9D35-0717E4440F94}"/>
                  </a:ext>
                </a:extLst>
              </p:cNvPr>
              <p:cNvSpPr/>
              <p:nvPr/>
            </p:nvSpPr>
            <p:spPr>
              <a:xfrm>
                <a:off x="30346" y="0"/>
                <a:ext cx="1976284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Isosceles Triangle 4">
                <a:extLst>
                  <a:ext uri="{FF2B5EF4-FFF2-40B4-BE49-F238E27FC236}">
                    <a16:creationId xmlns:a16="http://schemas.microsoft.com/office/drawing/2014/main" id="{26D23B53-105D-4452-E0C9-52F6F1E582EE}"/>
                  </a:ext>
                </a:extLst>
              </p:cNvPr>
              <p:cNvSpPr/>
              <p:nvPr/>
            </p:nvSpPr>
            <p:spPr>
              <a:xfrm rot="5400000">
                <a:off x="1736626" y="1119695"/>
                <a:ext cx="1111041" cy="72758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1101791-C16E-66F6-56AE-3DF8503DA710}"/>
                </a:ext>
              </a:extLst>
            </p:cNvPr>
            <p:cNvSpPr txBox="1"/>
            <p:nvPr/>
          </p:nvSpPr>
          <p:spPr>
            <a:xfrm>
              <a:off x="2840870" y="291344"/>
              <a:ext cx="1854316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Flights Affected</a:t>
              </a:r>
              <a:b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47K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6DFEB4B-6890-1266-B16C-25C5EB07AE66}"/>
                </a:ext>
              </a:extLst>
            </p:cNvPr>
            <p:cNvSpPr txBox="1"/>
            <p:nvPr/>
          </p:nvSpPr>
          <p:spPr>
            <a:xfrm>
              <a:off x="2688654" y="2629474"/>
              <a:ext cx="2272970" cy="235295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“Although incidents impacted flights, the scale was managed without major disruption.”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8664BAD-7E6C-5261-B0FD-BBEB28EC0AD7}"/>
              </a:ext>
            </a:extLst>
          </p:cNvPr>
          <p:cNvSpPr txBox="1"/>
          <p:nvPr/>
        </p:nvSpPr>
        <p:spPr>
          <a:xfrm>
            <a:off x="1834755" y="291344"/>
            <a:ext cx="1588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b="1" dirty="0">
              <a:latin typeface="Bahnschrift" panose="020B050204020402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CD457D2-DEC9-0378-7AD7-6680042C696F}"/>
              </a:ext>
            </a:extLst>
          </p:cNvPr>
          <p:cNvGrpSpPr/>
          <p:nvPr/>
        </p:nvGrpSpPr>
        <p:grpSpPr>
          <a:xfrm>
            <a:off x="8135" y="-11062"/>
            <a:ext cx="3294828" cy="6880123"/>
            <a:chOff x="-19065" y="-11062"/>
            <a:chExt cx="3245213" cy="6880123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BEB40A2-F0E0-3F90-D710-3B83E52ACEAB}"/>
                </a:ext>
              </a:extLst>
            </p:cNvPr>
            <p:cNvGrpSpPr/>
            <p:nvPr/>
          </p:nvGrpSpPr>
          <p:grpSpPr>
            <a:xfrm>
              <a:off x="-19065" y="-11062"/>
              <a:ext cx="3245213" cy="6880123"/>
              <a:chOff x="9858781" y="1101187"/>
              <a:chExt cx="2956765" cy="6880123"/>
            </a:xfrm>
            <a:grpFill/>
          </p:grpSpPr>
          <p:sp>
            <p:nvSpPr>
              <p:cNvPr id="23" name="Isosceles Triangle 22">
                <a:extLst>
                  <a:ext uri="{FF2B5EF4-FFF2-40B4-BE49-F238E27FC236}">
                    <a16:creationId xmlns:a16="http://schemas.microsoft.com/office/drawing/2014/main" id="{2F16DB11-17C2-E00E-476E-DD6F99B5C2E1}"/>
                  </a:ext>
                </a:extLst>
              </p:cNvPr>
              <p:cNvSpPr/>
              <p:nvPr/>
            </p:nvSpPr>
            <p:spPr>
              <a:xfrm rot="5400000">
                <a:off x="11841224" y="2155640"/>
                <a:ext cx="1111041" cy="83760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8F1D4A0-C6ED-53D0-408A-D0B45A5E816E}"/>
                  </a:ext>
                </a:extLst>
              </p:cNvPr>
              <p:cNvSpPr/>
              <p:nvPr/>
            </p:nvSpPr>
            <p:spPr>
              <a:xfrm>
                <a:off x="9858781" y="1101187"/>
                <a:ext cx="2260307" cy="688012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en-US" dirty="0">
                  <a:solidFill>
                    <a:schemeClr val="tx1"/>
                  </a:solidFill>
                  <a:highlight>
                    <a:srgbClr val="FFFF00"/>
                  </a:highlight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67AE029-5DB4-960A-B412-C313F1EE4C1E}"/>
                </a:ext>
              </a:extLst>
            </p:cNvPr>
            <p:cNvSpPr txBox="1"/>
            <p:nvPr/>
          </p:nvSpPr>
          <p:spPr>
            <a:xfrm>
              <a:off x="248331" y="335140"/>
              <a:ext cx="2075783" cy="92333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 Narrow" panose="020B0004020202020204" pitchFamily="34" charset="0"/>
                </a:rPr>
                <a:t>Competitor Flights</a:t>
              </a:r>
              <a:b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b="1" dirty="0">
                  <a:latin typeface="Aptos Narrow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b="1" dirty="0">
                  <a:latin typeface="Bahnschrift" panose="020B0502040204020203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2,928</a:t>
              </a:r>
            </a:p>
            <a:p>
              <a:pPr algn="ctr"/>
              <a:endParaRPr lang="en-US" b="1" dirty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B2DFE81-DCD3-2AC3-46FA-9B2BDF8A02FA}"/>
                </a:ext>
              </a:extLst>
            </p:cNvPr>
            <p:cNvSpPr txBox="1"/>
            <p:nvPr/>
          </p:nvSpPr>
          <p:spPr>
            <a:xfrm>
              <a:off x="176758" y="2542324"/>
              <a:ext cx="2147356" cy="281461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“A substantial number of flights operated by competitors indicates stable industry activity.”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24292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556731-A726-2FAF-22F6-43B8C17CC9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10" t="2179" r="1205"/>
          <a:stretch>
            <a:fillRect/>
          </a:stretch>
        </p:blipFill>
        <p:spPr>
          <a:xfrm>
            <a:off x="344130" y="789973"/>
            <a:ext cx="5211413" cy="5459363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B652D9-456D-FCD4-BAAA-CCAA4B5D6DBE}"/>
              </a:ext>
            </a:extLst>
          </p:cNvPr>
          <p:cNvSpPr txBox="1"/>
          <p:nvPr/>
        </p:nvSpPr>
        <p:spPr>
          <a:xfrm>
            <a:off x="3048000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Competitor Avg Delay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B964A7-645A-DCC7-F660-7561AA6B6CB1}"/>
              </a:ext>
            </a:extLst>
          </p:cNvPr>
          <p:cNvSpPr txBox="1"/>
          <p:nvPr/>
        </p:nvSpPr>
        <p:spPr>
          <a:xfrm>
            <a:off x="6027174" y="1655490"/>
            <a:ext cx="5063613" cy="372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Competitor delays range between </a:t>
            </a:r>
            <a:r>
              <a:rPr lang="en-US" sz="20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12–14 minutes</a:t>
            </a:r>
            <a:r>
              <a:rPr lang="en-US" sz="20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Vistara (~14.3 mins)</a:t>
            </a:r>
            <a:r>
              <a:rPr lang="en-US" sz="20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has the highest delay among competitors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SpiceJet (~12 mins)</a:t>
            </a:r>
            <a:r>
              <a:rPr lang="en-US" sz="20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shows the lowest delay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Overall delays are </a:t>
            </a:r>
            <a:r>
              <a:rPr lang="en-US" sz="20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consistently low across competitors</a:t>
            </a:r>
            <a:r>
              <a:rPr lang="en-US" sz="20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667674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07A616-CB2F-6A90-7D22-81B2C574C6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80" b="2938"/>
          <a:stretch>
            <a:fillRect/>
          </a:stretch>
        </p:blipFill>
        <p:spPr>
          <a:xfrm>
            <a:off x="247127" y="993057"/>
            <a:ext cx="5287113" cy="5378245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4BF425-7F97-2439-A0DD-14F94B65A7A5}"/>
              </a:ext>
            </a:extLst>
          </p:cNvPr>
          <p:cNvSpPr txBox="1"/>
          <p:nvPr/>
        </p:nvSpPr>
        <p:spPr>
          <a:xfrm>
            <a:off x="3048000" y="12013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Flights Affected by Incident Type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2BF3740-E510-2871-147A-05062B14D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7343" y="1795668"/>
            <a:ext cx="5760383" cy="3266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ATC delays (~7K)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are the highest contributor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Technical issues, passenger issues,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crew shortage (~6.9K each)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are also major factors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Weather impact (~6.8K) is slightly lower compared to operational causes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Indicates disruptions are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multi-factor but dominated by operational issues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33157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8139AF-CC20-98D7-7986-0EEA8F5BE1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30" t="1839" r="824"/>
          <a:stretch>
            <a:fillRect/>
          </a:stretch>
        </p:blipFill>
        <p:spPr>
          <a:xfrm>
            <a:off x="294968" y="816079"/>
            <a:ext cx="5043949" cy="5388076"/>
          </a:xfrm>
          <a:prstGeom prst="rect">
            <a:avLst/>
          </a:prstGeom>
          <a:effectLst>
            <a:softEdge rad="508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A50409-1EB8-29AA-16FA-CA123B821644}"/>
              </a:ext>
            </a:extLst>
          </p:cNvPr>
          <p:cNvSpPr txBox="1"/>
          <p:nvPr/>
        </p:nvSpPr>
        <p:spPr>
          <a:xfrm>
            <a:off x="3048000" y="11030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Competitor Cancellation Rate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CD3F55E-DCAC-B201-E6AF-114CF2AE9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1368" y="1645953"/>
            <a:ext cx="6017341" cy="3728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Competitor cancellation rates remain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low (2%–3.5%)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Air India (~3.5%)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is the highest among competitors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QP (~1.98%)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shows the lowest cancellation rate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Overall industry shows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stable operations with minimal disruption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705765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4AB6DD-8253-54CC-CC57-96EC50B63A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6" t="1522" r="1199"/>
          <a:stretch>
            <a:fillRect/>
          </a:stretch>
        </p:blipFill>
        <p:spPr>
          <a:xfrm>
            <a:off x="265471" y="1120878"/>
            <a:ext cx="5250425" cy="5083277"/>
          </a:xfrm>
          <a:prstGeom prst="rect">
            <a:avLst/>
          </a:prstGeom>
          <a:effectLst>
            <a:softEdge rad="508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BBA7D4-B64C-3D93-96B7-06C99FF578C4}"/>
              </a:ext>
            </a:extLst>
          </p:cNvPr>
          <p:cNvSpPr txBox="1"/>
          <p:nvPr/>
        </p:nvSpPr>
        <p:spPr>
          <a:xfrm>
            <a:off x="3048000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IndiGo vs Competitor Delay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90A80FD-4CFB-1D66-CC91-C00D5B28C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8682" y="1631345"/>
            <a:ext cx="5486401" cy="3826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IndiGo’s average delay (~13.8 mins) is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consistently higher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than most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competitors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Competitors maintain delays between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12–14 mins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Gap is especially visible against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QP, Akasa, and SpiceJet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Indicates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relative inefficiency in operations compared to peers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10731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24486A0-3250-FC01-24B5-9EF7CB597D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388226"/>
              </p:ext>
            </p:extLst>
          </p:nvPr>
        </p:nvGraphicFramePr>
        <p:xfrm>
          <a:off x="1733754" y="842836"/>
          <a:ext cx="8419692" cy="5557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45444C22-FA17-630E-26BB-6BCF2362F646}"/>
              </a:ext>
            </a:extLst>
          </p:cNvPr>
          <p:cNvGrpSpPr/>
          <p:nvPr/>
        </p:nvGrpSpPr>
        <p:grpSpPr>
          <a:xfrm>
            <a:off x="3942736" y="0"/>
            <a:ext cx="3618270" cy="646331"/>
            <a:chOff x="3018504" y="0"/>
            <a:chExt cx="3618270" cy="65364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3DA6758-36D3-1FE8-3126-5423EBE74034}"/>
                </a:ext>
              </a:extLst>
            </p:cNvPr>
            <p:cNvSpPr txBox="1"/>
            <p:nvPr/>
          </p:nvSpPr>
          <p:spPr>
            <a:xfrm flipH="1">
              <a:off x="3018504" y="0"/>
              <a:ext cx="3185651" cy="6536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u="sng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Key Findings  </a:t>
              </a:r>
            </a:p>
          </p:txBody>
        </p:sp>
        <p:pic>
          <p:nvPicPr>
            <p:cNvPr id="8" name="Graphic 7" descr="Lightbulb and gear with solid fill">
              <a:extLst>
                <a:ext uri="{FF2B5EF4-FFF2-40B4-BE49-F238E27FC236}">
                  <a16:creationId xmlns:a16="http://schemas.microsoft.com/office/drawing/2014/main" id="{C4092DD0-D726-A31B-B103-961C04CE009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864942" y="0"/>
              <a:ext cx="771832" cy="5874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7023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/>
      </p:transition>
    </mc:Choice>
    <mc:Fallback xmlns="">
      <p:transition>
        <p:randomBar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9C0B768-5CE3-445A-F3CA-5AD3F365BA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2042718"/>
              </p:ext>
            </p:extLst>
          </p:nvPr>
        </p:nvGraphicFramePr>
        <p:xfrm>
          <a:off x="693592" y="-78629"/>
          <a:ext cx="11124782" cy="6064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Graphic 4" descr="Airplane with solid fill">
            <a:extLst>
              <a:ext uri="{FF2B5EF4-FFF2-40B4-BE49-F238E27FC236}">
                <a16:creationId xmlns:a16="http://schemas.microsoft.com/office/drawing/2014/main" id="{851D4025-CB30-273B-FAEE-8F54627C3E3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4587615">
            <a:off x="879989" y="2616254"/>
            <a:ext cx="914400" cy="9144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B w="152400" h="50800" prst="softRound"/>
          </a:sp3d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6FCF0DD0-8527-E576-63E8-B09BC8487FA0}"/>
              </a:ext>
            </a:extLst>
          </p:cNvPr>
          <p:cNvGrpSpPr/>
          <p:nvPr/>
        </p:nvGrpSpPr>
        <p:grpSpPr>
          <a:xfrm>
            <a:off x="2900517" y="108155"/>
            <a:ext cx="5771535" cy="701268"/>
            <a:chOff x="2949678" y="46701"/>
            <a:chExt cx="5771535" cy="65876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5DFCD88-5DE9-C558-2F50-070C74C0378B}"/>
                </a:ext>
              </a:extLst>
            </p:cNvPr>
            <p:cNvSpPr txBox="1"/>
            <p:nvPr/>
          </p:nvSpPr>
          <p:spPr>
            <a:xfrm>
              <a:off x="2949678" y="156133"/>
              <a:ext cx="5771535" cy="549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RECOMMENDATIONS  </a:t>
              </a:r>
              <a:endParaRPr lang="en-US" b="1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Graphic 15" descr="Trophy with solid fill">
              <a:extLst>
                <a:ext uri="{FF2B5EF4-FFF2-40B4-BE49-F238E27FC236}">
                  <a16:creationId xmlns:a16="http://schemas.microsoft.com/office/drawing/2014/main" id="{B5C662B7-E73E-0048-6FAD-1298D74A915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062451" y="46701"/>
              <a:ext cx="658762" cy="658762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F9C0690-977A-E487-101C-336B9774BCC2}"/>
              </a:ext>
            </a:extLst>
          </p:cNvPr>
          <p:cNvSpPr txBox="1"/>
          <p:nvPr/>
        </p:nvSpPr>
        <p:spPr>
          <a:xfrm>
            <a:off x="693592" y="5337484"/>
            <a:ext cx="10485685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CONCLUSION: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“The crisis was predictable and driven by internal inefficiencies, primarily in crew management and operational planning.”</a:t>
            </a:r>
          </a:p>
        </p:txBody>
      </p:sp>
    </p:spTree>
    <p:extLst>
      <p:ext uri="{BB962C8B-B14F-4D97-AF65-F5344CB8AC3E}">
        <p14:creationId xmlns:p14="http://schemas.microsoft.com/office/powerpoint/2010/main" val="3013269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8032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494</TotalTime>
  <Words>2092</Words>
  <Application>Microsoft Office PowerPoint</Application>
  <PresentationFormat>Widescreen</PresentationFormat>
  <Paragraphs>280</Paragraphs>
  <Slides>38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50" baseType="lpstr">
      <vt:lpstr>Aptos</vt:lpstr>
      <vt:lpstr>Aptos Display</vt:lpstr>
      <vt:lpstr>Aptos Narrow</vt:lpstr>
      <vt:lpstr>Arial</vt:lpstr>
      <vt:lpstr>Arial Rounded MT Bold</vt:lpstr>
      <vt:lpstr>Bahnschrift</vt:lpstr>
      <vt:lpstr>Bernard MT Condensed</vt:lpstr>
      <vt:lpstr>Calibri</vt:lpstr>
      <vt:lpstr>Segoe UI</vt:lpstr>
      <vt:lpstr>Segoe UI Black</vt:lpstr>
      <vt:lpstr>Wingdings</vt:lpstr>
      <vt:lpstr>Office Theme</vt:lpstr>
      <vt:lpstr>INDIGO ANALYSIS</vt:lpstr>
      <vt:lpstr>Table of Contents:</vt:lpstr>
      <vt:lpstr>INTRODUCTION:</vt:lpstr>
      <vt:lpstr>Problem Statement: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Yogesh S</dc:creator>
  <cp:lastModifiedBy>Yogesh S</cp:lastModifiedBy>
  <cp:revision>1</cp:revision>
  <dcterms:created xsi:type="dcterms:W3CDTF">2026-03-25T02:14:45Z</dcterms:created>
  <dcterms:modified xsi:type="dcterms:W3CDTF">2026-03-27T05:42:01Z</dcterms:modified>
</cp:coreProperties>
</file>